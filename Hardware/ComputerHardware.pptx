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591" r:id="rId6"/>
    <p:sldId id="592" r:id="rId7"/>
    <p:sldId id="593" r:id="rId8"/>
    <p:sldId id="263" r:id="rId9"/>
    <p:sldId id="596" r:id="rId10"/>
    <p:sldId id="595" r:id="rId11"/>
    <p:sldId id="597" r:id="rId12"/>
    <p:sldId id="594" r:id="rId13"/>
    <p:sldId id="259" r:id="rId14"/>
    <p:sldId id="260" r:id="rId15"/>
    <p:sldId id="274" r:id="rId16"/>
    <p:sldId id="264" r:id="rId17"/>
    <p:sldId id="265" r:id="rId18"/>
    <p:sldId id="270" r:id="rId19"/>
    <p:sldId id="261" r:id="rId20"/>
    <p:sldId id="266" r:id="rId21"/>
    <p:sldId id="276" r:id="rId22"/>
    <p:sldId id="267" r:id="rId23"/>
    <p:sldId id="587" r:id="rId24"/>
    <p:sldId id="560" r:id="rId25"/>
    <p:sldId id="268" r:id="rId26"/>
    <p:sldId id="262" r:id="rId27"/>
    <p:sldId id="589" r:id="rId28"/>
    <p:sldId id="271" r:id="rId29"/>
    <p:sldId id="588" r:id="rId30"/>
    <p:sldId id="272" r:id="rId31"/>
    <p:sldId id="273" r:id="rId32"/>
    <p:sldId id="590" r:id="rId33"/>
    <p:sldId id="26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2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87492-B65A-DAC8-1C56-4535A0AA06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316831-E827-1D12-185E-BEA568CBBE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06BB9-4DFD-A3A6-B32A-1C958BE8C01D}"/>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D3D3C78A-2BAB-8F75-4C98-34F165860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2927A0-C143-EFF6-3638-05767D673040}"/>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2728309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A424-EDE2-1C5E-3E8C-DAB4CFB53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03EBC-29CA-652A-BC8C-29634CA784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CA77E-1392-D6AC-50CB-AD84A2D9F6B4}"/>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4B56C00F-74F6-E435-B74E-EDC02EC32C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4DD19-5519-92F2-B2AC-9123F983B15D}"/>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401168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BEFA-862B-6911-F11F-71CB79029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A332C-3287-E79D-1983-E1E60EC67D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10AAD1-9453-CD1C-D27C-F1F2C39940D5}"/>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0DFAD149-9D75-B71F-E286-8897F5016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F657D-B908-BAA3-5AC6-0EE4A9B7462F}"/>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3538528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EBBA-760E-6220-1AE0-D5C8D4E7B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3027D6-CE26-30C4-8F34-1597071A4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3036D6-4FD8-4655-442E-C77DAE950B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6479C1-E47B-661A-C554-6FA71966EBF0}"/>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6" name="Footer Placeholder 5">
            <a:extLst>
              <a:ext uri="{FF2B5EF4-FFF2-40B4-BE49-F238E27FC236}">
                <a16:creationId xmlns:a16="http://schemas.microsoft.com/office/drawing/2014/main" id="{87D6B25D-DCB8-DDA1-A230-6A19244E52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0E821-2D02-9103-8464-50E49CF72589}"/>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387109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B002A-4059-760C-4AE3-1A65A5308C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AA71CC-D9A7-3627-8508-B08E292495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1457C7-7868-19BF-EFDE-B16324C249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37BB26-378A-67D0-E47B-7884CAF06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8D3066-578C-86CC-72DD-6DA0727C7A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75A329-F651-1AA1-00C4-C79F2A2FE251}"/>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8" name="Footer Placeholder 7">
            <a:extLst>
              <a:ext uri="{FF2B5EF4-FFF2-40B4-BE49-F238E27FC236}">
                <a16:creationId xmlns:a16="http://schemas.microsoft.com/office/drawing/2014/main" id="{DF610EE3-5155-35AB-6A1B-BC1361599C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7E01C8-06AD-6F6A-1633-27E0D0672C62}"/>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2300787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221F9-5956-2A63-11DC-225E1E0C2A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9E7BB1-0796-B15E-9BB2-C2CDEB123B65}"/>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4" name="Footer Placeholder 3">
            <a:extLst>
              <a:ext uri="{FF2B5EF4-FFF2-40B4-BE49-F238E27FC236}">
                <a16:creationId xmlns:a16="http://schemas.microsoft.com/office/drawing/2014/main" id="{CC686651-CB66-35D5-6CB0-6917E8648B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7987D9-568A-B001-3319-67627CB5B5D9}"/>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245697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847BC9-0DF7-EFC7-6D70-C888011AFFA5}"/>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3" name="Footer Placeholder 2">
            <a:extLst>
              <a:ext uri="{FF2B5EF4-FFF2-40B4-BE49-F238E27FC236}">
                <a16:creationId xmlns:a16="http://schemas.microsoft.com/office/drawing/2014/main" id="{7625D9A0-67A0-1550-1DB4-2545C01E77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20E698-BBD2-B550-F9EF-4E2F2AE9FE0A}"/>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378047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8DA0-CF2B-8A64-6332-F1482F97A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A9096D-9FBA-68C1-C318-62D9FF0804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EFAA7A-75F6-8E86-312B-E86CA1060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F4AD8C-BC60-C775-E866-C3C2E6F09F35}"/>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6" name="Footer Placeholder 5">
            <a:extLst>
              <a:ext uri="{FF2B5EF4-FFF2-40B4-BE49-F238E27FC236}">
                <a16:creationId xmlns:a16="http://schemas.microsoft.com/office/drawing/2014/main" id="{A995A18B-CA83-5FFC-F1C1-3ED0A2F4F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499F1F-0E48-17A4-3660-C7F0E1CBC4D4}"/>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1770750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5D318-33F6-52A5-5B48-A0DE8DAF4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418870-B843-34A7-20B3-E3A0A253F0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309F86-41B6-A10D-427C-7694E416F3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C079E-38D4-EA4B-BC26-45B852D078E0}"/>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6" name="Footer Placeholder 5">
            <a:extLst>
              <a:ext uri="{FF2B5EF4-FFF2-40B4-BE49-F238E27FC236}">
                <a16:creationId xmlns:a16="http://schemas.microsoft.com/office/drawing/2014/main" id="{450415D7-BA73-F9E0-079D-A1AF475636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9DAFF7-93AF-86EA-EC05-C77E2488F536}"/>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1289116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7CA2-903B-F267-9C63-EC3F763C67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60BDD7-0CDB-976C-6CE7-8D26119A9C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7C30F-ED11-A859-A614-AD45D0B9DC12}"/>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F53BE84E-D461-F628-DB68-916F1BFE8E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19D456-8A34-5EF1-5FFE-B93F6959F60A}"/>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1330018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C6B63C-5058-6933-DD0E-771E17EC55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9F7A15-76DC-7118-294B-1A28DB1E56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7AC95-991D-A559-B1C0-EA3F332F77D9}"/>
              </a:ext>
            </a:extLst>
          </p:cNvPr>
          <p:cNvSpPr>
            <a:spLocks noGrp="1"/>
          </p:cNvSpPr>
          <p:nvPr>
            <p:ph type="dt" sz="half" idx="10"/>
          </p:nvPr>
        </p:nvSpPr>
        <p:spPr/>
        <p:txBody>
          <a:body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397303D7-383F-EDE9-8F56-EFB0024E4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1F51F0-5F4E-C9FF-1B0C-1D7E20AF749C}"/>
              </a:ext>
            </a:extLst>
          </p:cNvPr>
          <p:cNvSpPr>
            <a:spLocks noGrp="1"/>
          </p:cNvSpPr>
          <p:nvPr>
            <p:ph type="sldNum" sz="quarter" idx="12"/>
          </p:nvPr>
        </p:nvSpPr>
        <p:spPr/>
        <p:txBody>
          <a:bodyPr/>
          <a:lstStyle/>
          <a:p>
            <a:fld id="{2C6571AB-1AB3-45FB-A578-68BC4217A733}" type="slidenum">
              <a:rPr lang="en-US" smtClean="0"/>
              <a:t>‹#›</a:t>
            </a:fld>
            <a:endParaRPr lang="en-US"/>
          </a:p>
        </p:txBody>
      </p:sp>
    </p:spTree>
    <p:extLst>
      <p:ext uri="{BB962C8B-B14F-4D97-AF65-F5344CB8AC3E}">
        <p14:creationId xmlns:p14="http://schemas.microsoft.com/office/powerpoint/2010/main" val="3162205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Opening slide - whit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userDrawn="1"/>
        </p:nvPicPr>
        <p:blipFill>
          <a:blip r:embed="rId2"/>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374387410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Opening slide - whit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EF73EED-0847-F362-936C-611853FB87FD}"/>
              </a:ext>
            </a:extLst>
          </p:cNvPr>
          <p:cNvGrpSpPr/>
          <p:nvPr userDrawn="1"/>
        </p:nvGrpSpPr>
        <p:grpSpPr>
          <a:xfrm>
            <a:off x="9806844" y="3354704"/>
            <a:ext cx="2394392" cy="171450"/>
            <a:chOff x="9806844" y="3354704"/>
            <a:chExt cx="2394392" cy="171450"/>
          </a:xfrm>
        </p:grpSpPr>
        <p:sp>
          <p:nvSpPr>
            <p:cNvPr id="6" name="Freeform: Shape 5">
              <a:extLst>
                <a:ext uri="{FF2B5EF4-FFF2-40B4-BE49-F238E27FC236}">
                  <a16:creationId xmlns:a16="http://schemas.microsoft.com/office/drawing/2014/main" id="{92D8304D-0B65-833A-C5C2-B5B432613727}"/>
                </a:ext>
              </a:extLst>
            </p:cNvPr>
            <p:cNvSpPr/>
            <p:nvPr userDrawn="1"/>
          </p:nvSpPr>
          <p:spPr>
            <a:xfrm>
              <a:off x="9806844"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chemeClr val="bg1"/>
            </a:solidFill>
            <a:ln w="47625" cap="flat">
              <a:solidFill>
                <a:schemeClr val="accent1"/>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03726107-D069-DC71-BD73-C603C1E4EC10}"/>
                </a:ext>
              </a:extLst>
            </p:cNvPr>
            <p:cNvCxnSpPr>
              <a:stCxn id="6" idx="0"/>
            </p:cNvCxnSpPr>
            <p:nvPr userDrawn="1"/>
          </p:nvCxnSpPr>
          <p:spPr>
            <a:xfrm flipV="1">
              <a:off x="9978294" y="3429000"/>
              <a:ext cx="2222942" cy="11429"/>
            </a:xfrm>
            <a:prstGeom prst="line">
              <a:avLst/>
            </a:prstGeom>
            <a:ln w="50800">
              <a:solidFill>
                <a:schemeClr val="accent1"/>
              </a:solidFill>
              <a:miter lim="800000"/>
              <a:headEnd type="none"/>
              <a:tailEnd type="non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5C0F598F-DDB3-45D6-07A6-FF487148BF46}"/>
              </a:ext>
            </a:extLst>
          </p:cNvPr>
          <p:cNvGrpSpPr/>
          <p:nvPr userDrawn="1"/>
        </p:nvGrpSpPr>
        <p:grpSpPr>
          <a:xfrm>
            <a:off x="0" y="3354704"/>
            <a:ext cx="2400091" cy="171450"/>
            <a:chOff x="0" y="3354704"/>
            <a:chExt cx="2400091" cy="171450"/>
          </a:xfrm>
        </p:grpSpPr>
        <p:sp>
          <p:nvSpPr>
            <p:cNvPr id="5" name="Freeform: Shape 4">
              <a:extLst>
                <a:ext uri="{FF2B5EF4-FFF2-40B4-BE49-F238E27FC236}">
                  <a16:creationId xmlns:a16="http://schemas.microsoft.com/office/drawing/2014/main" id="{EC3089D2-759C-92F3-AA11-AA230B4225B2}"/>
                </a:ext>
              </a:extLst>
            </p:cNvPr>
            <p:cNvSpPr/>
            <p:nvPr userDrawn="1"/>
          </p:nvSpPr>
          <p:spPr>
            <a:xfrm>
              <a:off x="2228641"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chemeClr val="bg1"/>
            </a:solidFill>
            <a:ln w="47625" cap="flat">
              <a:solidFill>
                <a:schemeClr val="accent1"/>
              </a:solidFill>
              <a:prstDash val="solid"/>
              <a:miter/>
            </a:ln>
          </p:spPr>
          <p:txBody>
            <a:bodyPr rtlCol="0" anchor="ctr"/>
            <a:lstStyle/>
            <a:p>
              <a:endParaRPr lang="en-US"/>
            </a:p>
          </p:txBody>
        </p:sp>
        <p:cxnSp>
          <p:nvCxnSpPr>
            <p:cNvPr id="9" name="Straight Connector 8">
              <a:extLst>
                <a:ext uri="{FF2B5EF4-FFF2-40B4-BE49-F238E27FC236}">
                  <a16:creationId xmlns:a16="http://schemas.microsoft.com/office/drawing/2014/main" id="{34CC307A-94F4-B505-031C-7AEFF5E4100E}"/>
                </a:ext>
              </a:extLst>
            </p:cNvPr>
            <p:cNvCxnSpPr/>
            <p:nvPr userDrawn="1"/>
          </p:nvCxnSpPr>
          <p:spPr>
            <a:xfrm flipV="1">
              <a:off x="0" y="3429000"/>
              <a:ext cx="2222942" cy="11429"/>
            </a:xfrm>
            <a:prstGeom prst="line">
              <a:avLst/>
            </a:prstGeom>
            <a:ln w="50800">
              <a:solidFill>
                <a:schemeClr val="accent1"/>
              </a:solidFill>
              <a:miter lim="800000"/>
              <a:headEnd type="none"/>
              <a:tailEnd type="none"/>
            </a:ln>
          </p:spPr>
          <p:style>
            <a:lnRef idx="1">
              <a:schemeClr val="dk1"/>
            </a:lnRef>
            <a:fillRef idx="0">
              <a:schemeClr val="dk1"/>
            </a:fillRef>
            <a:effectRef idx="0">
              <a:schemeClr val="dk1"/>
            </a:effectRef>
            <a:fontRef idx="minor">
              <a:schemeClr val="tx1"/>
            </a:fontRef>
          </p:style>
        </p:cxnSp>
      </p:grpSp>
      <p:pic>
        <p:nvPicPr>
          <p:cNvPr id="12" name="Picture 11">
            <a:extLst>
              <a:ext uri="{FF2B5EF4-FFF2-40B4-BE49-F238E27FC236}">
                <a16:creationId xmlns:a16="http://schemas.microsoft.com/office/drawing/2014/main" id="{3CD14F1C-C511-60FC-D816-B547F0AC0BD2}"/>
              </a:ext>
            </a:extLst>
          </p:cNvPr>
          <p:cNvPicPr>
            <a:picLocks noChangeAspect="1"/>
          </p:cNvPicPr>
          <p:nvPr userDrawn="1"/>
        </p:nvPicPr>
        <p:blipFill>
          <a:blip r:embed="rId2"/>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3869885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400" fill="hold"/>
                                        <p:tgtEl>
                                          <p:spTgt spid="11"/>
                                        </p:tgtEl>
                                        <p:attrNameLst>
                                          <p:attrName>ppt_x</p:attrName>
                                        </p:attrNameLst>
                                      </p:cBhvr>
                                      <p:tavLst>
                                        <p:tav tm="0">
                                          <p:val>
                                            <p:strVal val="1+#ppt_w/2"/>
                                          </p:val>
                                        </p:tav>
                                        <p:tav tm="100000">
                                          <p:val>
                                            <p:strVal val="#ppt_x"/>
                                          </p:val>
                                        </p:tav>
                                      </p:tavLst>
                                    </p:anim>
                                    <p:anim calcmode="lin" valueType="num">
                                      <p:cBhvr additive="base">
                                        <p:cTn id="8" dur="4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400" fill="hold"/>
                                        <p:tgtEl>
                                          <p:spTgt spid="10"/>
                                        </p:tgtEl>
                                        <p:attrNameLst>
                                          <p:attrName>ppt_x</p:attrName>
                                        </p:attrNameLst>
                                      </p:cBhvr>
                                      <p:tavLst>
                                        <p:tav tm="0">
                                          <p:val>
                                            <p:strVal val="0-#ppt_w/2"/>
                                          </p:val>
                                        </p:tav>
                                        <p:tav tm="100000">
                                          <p:val>
                                            <p:strVal val="#ppt_x"/>
                                          </p:val>
                                        </p:tav>
                                      </p:tavLst>
                                    </p:anim>
                                    <p:anim calcmode="lin" valueType="num">
                                      <p:cBhvr additive="base">
                                        <p:cTn id="12" dur="400" fill="hold"/>
                                        <p:tgtEl>
                                          <p:spTgt spid="10"/>
                                        </p:tgtEl>
                                        <p:attrNameLst>
                                          <p:attrName>ppt_y</p:attrName>
                                        </p:attrNameLst>
                                      </p:cBhvr>
                                      <p:tavLst>
                                        <p:tav tm="0">
                                          <p:val>
                                            <p:strVal val="#ppt_y"/>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pening slide - green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2" name="Picture 1">
            <a:extLst>
              <a:ext uri="{FF2B5EF4-FFF2-40B4-BE49-F238E27FC236}">
                <a16:creationId xmlns:a16="http://schemas.microsoft.com/office/drawing/2014/main" id="{3CD14F1C-C511-60FC-D816-B547F0AC0BD2}"/>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3" name="Picture 2">
            <a:extLst>
              <a:ext uri="{FF2B5EF4-FFF2-40B4-BE49-F238E27FC236}">
                <a16:creationId xmlns:a16="http://schemas.microsoft.com/office/drawing/2014/main" id="{B81172FC-0E92-7AD4-DA3C-87EBEA49F7C9}"/>
              </a:ext>
            </a:extLst>
          </p:cNvPr>
          <p:cNvPicPr>
            <a:picLocks noChangeAspect="1"/>
          </p:cNvPicPr>
          <p:nvPr userDrawn="1"/>
        </p:nvPicPr>
        <p:blipFill>
          <a:blip r:embed="rId2">
            <a:biLevel thresh="25000"/>
          </a:blip>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5243037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Opening slide - green 2">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2" name="Picture 1">
            <a:extLst>
              <a:ext uri="{FF2B5EF4-FFF2-40B4-BE49-F238E27FC236}">
                <a16:creationId xmlns:a16="http://schemas.microsoft.com/office/drawing/2014/main" id="{3CD14F1C-C511-60FC-D816-B547F0AC0BD2}"/>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3" name="Picture 2">
            <a:extLst>
              <a:ext uri="{FF2B5EF4-FFF2-40B4-BE49-F238E27FC236}">
                <a16:creationId xmlns:a16="http://schemas.microsoft.com/office/drawing/2014/main" id="{B81172FC-0E92-7AD4-DA3C-87EBEA49F7C9}"/>
              </a:ext>
            </a:extLst>
          </p:cNvPr>
          <p:cNvPicPr>
            <a:picLocks noChangeAspect="1"/>
          </p:cNvPicPr>
          <p:nvPr userDrawn="1"/>
        </p:nvPicPr>
        <p:blipFill>
          <a:blip r:embed="rId2">
            <a:biLevel thresh="25000"/>
          </a:blip>
          <a:srcRect t="16586" b="16586"/>
          <a:stretch/>
        </p:blipFill>
        <p:spPr>
          <a:xfrm>
            <a:off x="2780836" y="2338396"/>
            <a:ext cx="6629864" cy="2181208"/>
          </a:xfrm>
          <a:prstGeom prst="rect">
            <a:avLst/>
          </a:prstGeom>
        </p:spPr>
      </p:pic>
      <p:grpSp>
        <p:nvGrpSpPr>
          <p:cNvPr id="10" name="Group 9">
            <a:extLst>
              <a:ext uri="{FF2B5EF4-FFF2-40B4-BE49-F238E27FC236}">
                <a16:creationId xmlns:a16="http://schemas.microsoft.com/office/drawing/2014/main" id="{58935E85-2A5D-4CCB-87CA-8250C3AEE825}"/>
              </a:ext>
            </a:extLst>
          </p:cNvPr>
          <p:cNvGrpSpPr/>
          <p:nvPr userDrawn="1"/>
        </p:nvGrpSpPr>
        <p:grpSpPr>
          <a:xfrm>
            <a:off x="9806844" y="3354704"/>
            <a:ext cx="2394392" cy="171450"/>
            <a:chOff x="9806844" y="3354704"/>
            <a:chExt cx="2394392" cy="171450"/>
          </a:xfrm>
        </p:grpSpPr>
        <p:sp>
          <p:nvSpPr>
            <p:cNvPr id="6" name="Freeform: Shape 5">
              <a:extLst>
                <a:ext uri="{FF2B5EF4-FFF2-40B4-BE49-F238E27FC236}">
                  <a16:creationId xmlns:a16="http://schemas.microsoft.com/office/drawing/2014/main" id="{92D8304D-0B65-833A-C5C2-B5B432613727}"/>
                </a:ext>
              </a:extLst>
            </p:cNvPr>
            <p:cNvSpPr/>
            <p:nvPr userDrawn="1"/>
          </p:nvSpPr>
          <p:spPr>
            <a:xfrm>
              <a:off x="9806844"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noFill/>
            <a:ln w="47625" cap="flat">
              <a:solidFill>
                <a:schemeClr val="bg1"/>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03726107-D069-DC71-BD73-C603C1E4EC10}"/>
                </a:ext>
              </a:extLst>
            </p:cNvPr>
            <p:cNvCxnSpPr>
              <a:stCxn id="6" idx="0"/>
            </p:cNvCxnSpPr>
            <p:nvPr userDrawn="1"/>
          </p:nvCxnSpPr>
          <p:spPr>
            <a:xfrm flipV="1">
              <a:off x="9978294" y="3429000"/>
              <a:ext cx="2222942" cy="11429"/>
            </a:xfrm>
            <a:prstGeom prst="line">
              <a:avLst/>
            </a:prstGeom>
            <a:ln w="508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grpSp>
      <p:grpSp>
        <p:nvGrpSpPr>
          <p:cNvPr id="7" name="Group 6">
            <a:extLst>
              <a:ext uri="{FF2B5EF4-FFF2-40B4-BE49-F238E27FC236}">
                <a16:creationId xmlns:a16="http://schemas.microsoft.com/office/drawing/2014/main" id="{5AA1C5C9-0730-F1F6-0FA8-48C8081040F7}"/>
              </a:ext>
            </a:extLst>
          </p:cNvPr>
          <p:cNvGrpSpPr/>
          <p:nvPr userDrawn="1"/>
        </p:nvGrpSpPr>
        <p:grpSpPr>
          <a:xfrm>
            <a:off x="0" y="3354704"/>
            <a:ext cx="2400091" cy="171450"/>
            <a:chOff x="0" y="3354704"/>
            <a:chExt cx="2400091" cy="171450"/>
          </a:xfrm>
        </p:grpSpPr>
        <p:sp>
          <p:nvSpPr>
            <p:cNvPr id="5" name="Freeform: Shape 4">
              <a:extLst>
                <a:ext uri="{FF2B5EF4-FFF2-40B4-BE49-F238E27FC236}">
                  <a16:creationId xmlns:a16="http://schemas.microsoft.com/office/drawing/2014/main" id="{EC3089D2-759C-92F3-AA11-AA230B4225B2}"/>
                </a:ext>
              </a:extLst>
            </p:cNvPr>
            <p:cNvSpPr/>
            <p:nvPr userDrawn="1"/>
          </p:nvSpPr>
          <p:spPr>
            <a:xfrm>
              <a:off x="2228641"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noFill/>
            <a:ln w="47625" cap="flat">
              <a:solidFill>
                <a:schemeClr val="bg1"/>
              </a:solidFill>
              <a:prstDash val="solid"/>
              <a:miter/>
            </a:ln>
          </p:spPr>
          <p:txBody>
            <a:bodyPr rtlCol="0" anchor="ctr"/>
            <a:lstStyle/>
            <a:p>
              <a:endParaRPr lang="en-US"/>
            </a:p>
          </p:txBody>
        </p:sp>
        <p:cxnSp>
          <p:nvCxnSpPr>
            <p:cNvPr id="9" name="Straight Connector 8">
              <a:extLst>
                <a:ext uri="{FF2B5EF4-FFF2-40B4-BE49-F238E27FC236}">
                  <a16:creationId xmlns:a16="http://schemas.microsoft.com/office/drawing/2014/main" id="{34CC307A-94F4-B505-031C-7AEFF5E4100E}"/>
                </a:ext>
              </a:extLst>
            </p:cNvPr>
            <p:cNvCxnSpPr/>
            <p:nvPr userDrawn="1"/>
          </p:nvCxnSpPr>
          <p:spPr>
            <a:xfrm flipV="1">
              <a:off x="0" y="3429000"/>
              <a:ext cx="2222942" cy="11429"/>
            </a:xfrm>
            <a:prstGeom prst="line">
              <a:avLst/>
            </a:prstGeom>
            <a:ln w="508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96153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400" fill="hold"/>
                                        <p:tgtEl>
                                          <p:spTgt spid="10"/>
                                        </p:tgtEl>
                                        <p:attrNameLst>
                                          <p:attrName>ppt_x</p:attrName>
                                        </p:attrNameLst>
                                      </p:cBhvr>
                                      <p:tavLst>
                                        <p:tav tm="0">
                                          <p:val>
                                            <p:strVal val="1+#ppt_w/2"/>
                                          </p:val>
                                        </p:tav>
                                        <p:tav tm="100000">
                                          <p:val>
                                            <p:strVal val="#ppt_x"/>
                                          </p:val>
                                        </p:tav>
                                      </p:tavLst>
                                    </p:anim>
                                    <p:anim calcmode="lin" valueType="num">
                                      <p:cBhvr additive="base">
                                        <p:cTn id="8" dur="4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400" fill="hold"/>
                                        <p:tgtEl>
                                          <p:spTgt spid="7"/>
                                        </p:tgtEl>
                                        <p:attrNameLst>
                                          <p:attrName>ppt_x</p:attrName>
                                        </p:attrNameLst>
                                      </p:cBhvr>
                                      <p:tavLst>
                                        <p:tav tm="0">
                                          <p:val>
                                            <p:strVal val="0-#ppt_w/2"/>
                                          </p:val>
                                        </p:tav>
                                        <p:tav tm="100000">
                                          <p:val>
                                            <p:strVal val="#ppt_x"/>
                                          </p:val>
                                        </p:tav>
                                      </p:tavLst>
                                    </p:anim>
                                    <p:anim calcmode="lin" valueType="num">
                                      <p:cBhvr additive="base">
                                        <p:cTn id="12" dur="400" fill="hold"/>
                                        <p:tgtEl>
                                          <p:spTgt spid="7"/>
                                        </p:tgtEl>
                                        <p:attrNameLst>
                                          <p:attrName>ppt_y</p:attrName>
                                        </p:attrNameLst>
                                      </p:cBhvr>
                                      <p:tavLst>
                                        <p:tav tm="0">
                                          <p:val>
                                            <p:strVal val="#ppt_y"/>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v1">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3C807AD-F368-7835-B9D2-44E1B3800ED6}"/>
              </a:ext>
            </a:extLst>
          </p:cNvPr>
          <p:cNvGrpSpPr/>
          <p:nvPr userDrawn="1"/>
        </p:nvGrpSpPr>
        <p:grpSpPr>
          <a:xfrm>
            <a:off x="1171575" y="0"/>
            <a:ext cx="7377616" cy="6858000"/>
            <a:chOff x="649650" y="0"/>
            <a:chExt cx="7377616" cy="6858000"/>
          </a:xfrm>
          <a:solidFill>
            <a:schemeClr val="accent1"/>
          </a:solidFill>
        </p:grpSpPr>
        <p:sp>
          <p:nvSpPr>
            <p:cNvPr id="10" name="Rectangle 9">
              <a:extLst>
                <a:ext uri="{FF2B5EF4-FFF2-40B4-BE49-F238E27FC236}">
                  <a16:creationId xmlns:a16="http://schemas.microsoft.com/office/drawing/2014/main" id="{1AF8037D-FA8E-7A3A-9893-7A765785B677}"/>
                </a:ext>
              </a:extLst>
            </p:cNvPr>
            <p:cNvSpPr/>
            <p:nvPr/>
          </p:nvSpPr>
          <p:spPr bwMode="auto">
            <a:xfrm>
              <a:off x="649650" y="0"/>
              <a:ext cx="6853141" cy="6858000"/>
            </a:xfrm>
            <a:prstGeom prst="rect">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B237286D-201C-4B15-7848-4FEAA662E4C7}"/>
                </a:ext>
              </a:extLst>
            </p:cNvPr>
            <p:cNvSpPr/>
            <p:nvPr/>
          </p:nvSpPr>
          <p:spPr bwMode="auto">
            <a:xfrm>
              <a:off x="7059975" y="0"/>
              <a:ext cx="967291" cy="6858000"/>
            </a:xfrm>
            <a:prstGeom prst="roundRect">
              <a:avLst>
                <a:gd name="adj" fmla="val 42029"/>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13" name="Freeform: Shape 12">
            <a:extLst>
              <a:ext uri="{FF2B5EF4-FFF2-40B4-BE49-F238E27FC236}">
                <a16:creationId xmlns:a16="http://schemas.microsoft.com/office/drawing/2014/main" id="{1B27F8ED-22A4-340B-AE44-377F881601E7}"/>
              </a:ext>
            </a:extLst>
          </p:cNvPr>
          <p:cNvSpPr/>
          <p:nvPr userDrawn="1"/>
        </p:nvSpPr>
        <p:spPr>
          <a:xfrm>
            <a:off x="-10808"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21" name="Date Placeholder 3">
            <a:extLst>
              <a:ext uri="{FF2B5EF4-FFF2-40B4-BE49-F238E27FC236}">
                <a16:creationId xmlns:a16="http://schemas.microsoft.com/office/drawing/2014/main" id="{BCAA87DC-ABD4-45B1-DE27-914E06B7D285}"/>
              </a:ext>
            </a:extLst>
          </p:cNvPr>
          <p:cNvSpPr txBox="1">
            <a:spLocks/>
          </p:cNvSpPr>
          <p:nvPr/>
        </p:nvSpPr>
        <p:spPr>
          <a:xfrm>
            <a:off x="1384538" y="6192798"/>
            <a:ext cx="6931747" cy="246102"/>
          </a:xfrm>
          <a:prstGeom prst="rect">
            <a:avLst/>
          </a:prstGeom>
          <a:noFill/>
        </p:spPr>
        <p:txBody>
          <a:bodyPr vert="horz" lIns="91440" tIns="91440" rIns="91440" bIns="91440" rtlCol="0" anchor="ctr" anchorCtr="0"/>
          <a:lstStyle>
            <a:defPPr>
              <a:defRPr lang="en-US"/>
            </a:defPPr>
            <a:lvl1pPr marL="0" algn="l" defTabSz="914400" rtl="0" eaLnBrk="1" latinLnBrk="0" hangingPunct="1">
              <a:defRPr sz="24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E388B9C-819F-4FD7-AA9A-55686EC3D629}" type="datetime4">
              <a:rPr kumimoji="0" lang="en-US" sz="16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February 10, 2026</a:t>
            </a:fld>
            <a:endParaRPr kumimoji="0" lang="en-US" sz="1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4" name="Title 1">
            <a:extLst>
              <a:ext uri="{FF2B5EF4-FFF2-40B4-BE49-F238E27FC236}">
                <a16:creationId xmlns:a16="http://schemas.microsoft.com/office/drawing/2014/main" id="{DF70076F-17AF-09AF-B061-AFC7FFAB9637}"/>
              </a:ext>
            </a:extLst>
          </p:cNvPr>
          <p:cNvSpPr>
            <a:spLocks noGrp="1"/>
          </p:cNvSpPr>
          <p:nvPr>
            <p:ph type="ctrTitle" hasCustomPrompt="1"/>
          </p:nvPr>
        </p:nvSpPr>
        <p:spPr>
          <a:xfrm>
            <a:off x="1384539" y="228600"/>
            <a:ext cx="6853141" cy="3490110"/>
          </a:xfrm>
          <a:noFill/>
        </p:spPr>
        <p:txBody>
          <a:bodyPr anchor="b">
            <a:normAutofit/>
          </a:bodyPr>
          <a:lstStyle>
            <a:lvl1pPr algn="l">
              <a:defRPr sz="5000" b="1" cap="none" baseline="0">
                <a:solidFill>
                  <a:schemeClr val="bg1"/>
                </a:solidFill>
                <a:latin typeface="+mj-lt"/>
              </a:defRPr>
            </a:lvl1pPr>
          </a:lstStyle>
          <a:p>
            <a:r>
              <a:rPr lang="en-US" dirty="0"/>
              <a:t>Click to edit </a:t>
            </a:r>
            <a:br>
              <a:rPr lang="en-US" dirty="0"/>
            </a:br>
            <a:r>
              <a:rPr lang="en-US" dirty="0"/>
              <a:t>Presentation title</a:t>
            </a:r>
          </a:p>
        </p:txBody>
      </p:sp>
      <p:sp>
        <p:nvSpPr>
          <p:cNvPr id="6" name="Text Placeholder 27">
            <a:extLst>
              <a:ext uri="{FF2B5EF4-FFF2-40B4-BE49-F238E27FC236}">
                <a16:creationId xmlns:a16="http://schemas.microsoft.com/office/drawing/2014/main" id="{95D20949-B288-9C4E-5E02-9A80B1C72A62}"/>
              </a:ext>
            </a:extLst>
          </p:cNvPr>
          <p:cNvSpPr>
            <a:spLocks noGrp="1"/>
          </p:cNvSpPr>
          <p:nvPr>
            <p:ph type="body" sz="quarter" idx="13" hasCustomPrompt="1"/>
          </p:nvPr>
        </p:nvSpPr>
        <p:spPr>
          <a:xfrm>
            <a:off x="1384539" y="4698090"/>
            <a:ext cx="6853141" cy="1000512"/>
          </a:xfrm>
          <a:noFill/>
        </p:spPr>
        <p:txBody>
          <a:bodyPr wrap="square" lIns="91440" anchor="ctr">
            <a:normAutofit/>
          </a:bodyPr>
          <a:lstStyle>
            <a:lvl1pPr marL="0" indent="0">
              <a:spcAft>
                <a:spcPts val="600"/>
              </a:spcAft>
              <a:buNone/>
              <a:defRPr sz="2400" baseline="0">
                <a:solidFill>
                  <a:schemeClr val="bg1"/>
                </a:solidFill>
              </a:defRPr>
            </a:lvl1pPr>
          </a:lstStyle>
          <a:p>
            <a:pPr lvl="0"/>
            <a:r>
              <a:rPr lang="en-US" dirty="0"/>
              <a:t>Presenter Name</a:t>
            </a:r>
          </a:p>
          <a:p>
            <a:pPr lvl="0"/>
            <a:r>
              <a:rPr lang="en-US" dirty="0"/>
              <a:t>Presenter Title</a:t>
            </a:r>
          </a:p>
        </p:txBody>
      </p:sp>
      <p:sp>
        <p:nvSpPr>
          <p:cNvPr id="16" name="Footer Placeholder 4">
            <a:extLst>
              <a:ext uri="{FF2B5EF4-FFF2-40B4-BE49-F238E27FC236}">
                <a16:creationId xmlns:a16="http://schemas.microsoft.com/office/drawing/2014/main" id="{0C3464A6-232E-5E01-A56B-AE0B3137759E}"/>
              </a:ext>
            </a:extLst>
          </p:cNvPr>
          <p:cNvSpPr txBox="1">
            <a:spLocks/>
          </p:cNvSpPr>
          <p:nvPr userDrawn="1"/>
        </p:nvSpPr>
        <p:spPr>
          <a:xfrm>
            <a:off x="1379680" y="6540102"/>
            <a:ext cx="7160850" cy="117419"/>
          </a:xfrm>
          <a:prstGeom prst="rect">
            <a:avLst/>
          </a:prstGeom>
        </p:spPr>
        <p:txBody>
          <a:bodyPr vert="horz" lIns="91440" tIns="91440" rIns="91440" bIns="91440" rtlCol="0" anchor="ctr" anchorCtr="0"/>
          <a:lstStyle>
            <a:defPPr>
              <a:defRPr lang="en-US"/>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50" dirty="0">
                <a:solidFill>
                  <a:schemeClr val="bg1"/>
                </a:solidFill>
              </a:rPr>
              <a:t>©2024 Hyland Software, Inc. and its affiliates. All rights reserved. All Hyland product names are registered or unregistered trademarks of Hyland Software, Inc. or its affiliates in the United States and other countries.</a:t>
            </a:r>
          </a:p>
        </p:txBody>
      </p:sp>
      <p:sp>
        <p:nvSpPr>
          <p:cNvPr id="18" name="Freeform: Shape 17">
            <a:extLst>
              <a:ext uri="{FF2B5EF4-FFF2-40B4-BE49-F238E27FC236}">
                <a16:creationId xmlns:a16="http://schemas.microsoft.com/office/drawing/2014/main" id="{81E035B1-D8F5-B4DC-757D-A41E43A8AA29}"/>
              </a:ext>
            </a:extLst>
          </p:cNvPr>
          <p:cNvSpPr/>
          <p:nvPr userDrawn="1"/>
        </p:nvSpPr>
        <p:spPr>
          <a:xfrm>
            <a:off x="572635"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pic>
        <p:nvPicPr>
          <p:cNvPr id="7" name="Picture 6">
            <a:extLst>
              <a:ext uri="{FF2B5EF4-FFF2-40B4-BE49-F238E27FC236}">
                <a16:creationId xmlns:a16="http://schemas.microsoft.com/office/drawing/2014/main" id="{51C9DA2C-0540-61CD-CC88-C6E260FB7899}"/>
              </a:ext>
            </a:extLst>
          </p:cNvPr>
          <p:cNvPicPr>
            <a:picLocks noChangeAspect="1"/>
          </p:cNvPicPr>
          <p:nvPr userDrawn="1"/>
        </p:nvPicPr>
        <p:blipFill>
          <a:blip r:embed="rId2"/>
          <a:srcRect t="16586" b="16586"/>
          <a:stretch/>
        </p:blipFill>
        <p:spPr>
          <a:xfrm>
            <a:off x="8610600" y="4634164"/>
            <a:ext cx="3429702" cy="1128364"/>
          </a:xfrm>
          <a:prstGeom prst="rect">
            <a:avLst/>
          </a:prstGeom>
        </p:spPr>
      </p:pic>
    </p:spTree>
    <p:extLst>
      <p:ext uri="{BB962C8B-B14F-4D97-AF65-F5344CB8AC3E}">
        <p14:creationId xmlns:p14="http://schemas.microsoft.com/office/powerpoint/2010/main" val="256344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slide - v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F961898-FDBE-694F-5C64-709F6B2FDBED}"/>
              </a:ext>
            </a:extLst>
          </p:cNvPr>
          <p:cNvGrpSpPr/>
          <p:nvPr userDrawn="1"/>
        </p:nvGrpSpPr>
        <p:grpSpPr>
          <a:xfrm>
            <a:off x="1171575" y="0"/>
            <a:ext cx="7377616" cy="2738438"/>
            <a:chOff x="649650" y="0"/>
            <a:chExt cx="7377616" cy="2738438"/>
          </a:xfrm>
        </p:grpSpPr>
        <p:sp>
          <p:nvSpPr>
            <p:cNvPr id="13" name="Rectangle 12">
              <a:extLst>
                <a:ext uri="{FF2B5EF4-FFF2-40B4-BE49-F238E27FC236}">
                  <a16:creationId xmlns:a16="http://schemas.microsoft.com/office/drawing/2014/main" id="{9C71AC28-A4FB-1712-1FB6-A3B891FD0966}"/>
                </a:ext>
              </a:extLst>
            </p:cNvPr>
            <p:cNvSpPr/>
            <p:nvPr/>
          </p:nvSpPr>
          <p:spPr bwMode="auto">
            <a:xfrm>
              <a:off x="649650" y="0"/>
              <a:ext cx="6853141" cy="2738438"/>
            </a:xfrm>
            <a:prstGeom prst="rect">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4" name="Rectangle: Rounded Corners 13">
              <a:extLst>
                <a:ext uri="{FF2B5EF4-FFF2-40B4-BE49-F238E27FC236}">
                  <a16:creationId xmlns:a16="http://schemas.microsoft.com/office/drawing/2014/main" id="{CFDAE9FE-E1C7-A007-848D-4CA6A555E1B6}"/>
                </a:ext>
              </a:extLst>
            </p:cNvPr>
            <p:cNvSpPr/>
            <p:nvPr/>
          </p:nvSpPr>
          <p:spPr bwMode="auto">
            <a:xfrm>
              <a:off x="7059975" y="0"/>
              <a:ext cx="967291" cy="2738438"/>
            </a:xfrm>
            <a:prstGeom prst="roundRect">
              <a:avLst>
                <a:gd name="adj" fmla="val 42029"/>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1390991" y="3038474"/>
            <a:ext cx="6853141" cy="3590926"/>
          </a:xfrm>
        </p:spPr>
        <p:txBody>
          <a:bodyPr lIns="91440" tIns="91440" rIns="91440" bIns="91440" anchor="t">
            <a:noAutofit/>
          </a:bodyPr>
          <a:lstStyle>
            <a:lvl1pPr marL="347472" indent="-228600">
              <a:buClr>
                <a:schemeClr val="accent1"/>
              </a:buClr>
              <a:buFont typeface="Arial" panose="020B0604020202020204" pitchFamily="34" charset="0"/>
              <a:buChar char="•"/>
              <a:defRPr sz="2400" baseline="0">
                <a:solidFill>
                  <a:schemeClr val="tx1"/>
                </a:solidFill>
              </a:defRPr>
            </a:lvl1pPr>
            <a:lvl2pPr marL="566928" indent="-228600">
              <a:buFont typeface="Arial" panose="020B0604020202020204" pitchFamily="34" charset="0"/>
              <a:buChar char="•"/>
              <a:defRPr sz="2000">
                <a:solidFill>
                  <a:schemeClr val="tx1"/>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Item 1</a:t>
            </a:r>
          </a:p>
          <a:p>
            <a:pPr lvl="1"/>
            <a:r>
              <a:rPr lang="en-US" dirty="0"/>
              <a:t>Secondary item</a:t>
            </a:r>
          </a:p>
          <a:p>
            <a:pPr lvl="0"/>
            <a:r>
              <a:rPr lang="en-US" dirty="0"/>
              <a:t>Item 2</a:t>
            </a:r>
          </a:p>
          <a:p>
            <a:pPr lvl="0"/>
            <a:r>
              <a:rPr lang="en-US" dirty="0"/>
              <a:t>Item 3</a:t>
            </a:r>
          </a:p>
        </p:txBody>
      </p:sp>
      <p:sp>
        <p:nvSpPr>
          <p:cNvPr id="2" name="Title 1">
            <a:extLst>
              <a:ext uri="{FF2B5EF4-FFF2-40B4-BE49-F238E27FC236}">
                <a16:creationId xmlns:a16="http://schemas.microsoft.com/office/drawing/2014/main" id="{23864E47-5787-C3C0-ABBC-86473CC4B276}"/>
              </a:ext>
            </a:extLst>
          </p:cNvPr>
          <p:cNvSpPr>
            <a:spLocks noGrp="1"/>
          </p:cNvSpPr>
          <p:nvPr>
            <p:ph type="title" hasCustomPrompt="1"/>
          </p:nvPr>
        </p:nvSpPr>
        <p:spPr>
          <a:xfrm>
            <a:off x="1390991" y="228600"/>
            <a:ext cx="6853141" cy="2178843"/>
          </a:xfrm>
        </p:spPr>
        <p:txBody>
          <a:bodyPr tIns="91440" bIns="91440" anchor="b">
            <a:normAutofit/>
          </a:bodyPr>
          <a:lstStyle>
            <a:lvl1pPr algn="l">
              <a:defRPr sz="4000" cap="none" baseline="0">
                <a:solidFill>
                  <a:schemeClr val="bg1"/>
                </a:solidFill>
              </a:defRPr>
            </a:lvl1pPr>
          </a:lstStyle>
          <a:p>
            <a:r>
              <a:rPr lang="en-US" dirty="0"/>
              <a:t>Type “agenda” here</a:t>
            </a:r>
          </a:p>
        </p:txBody>
      </p:sp>
      <p:sp>
        <p:nvSpPr>
          <p:cNvPr id="6" name="Freeform: Shape 5">
            <a:extLst>
              <a:ext uri="{FF2B5EF4-FFF2-40B4-BE49-F238E27FC236}">
                <a16:creationId xmlns:a16="http://schemas.microsoft.com/office/drawing/2014/main" id="{DC093CA5-4B06-C956-4729-9259FF98A244}"/>
              </a:ext>
            </a:extLst>
          </p:cNvPr>
          <p:cNvSpPr/>
          <p:nvPr userDrawn="1"/>
        </p:nvSpPr>
        <p:spPr>
          <a:xfrm>
            <a:off x="-10808" y="0"/>
            <a:ext cx="492300" cy="273843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B1A508A-9C2F-5C80-4083-CA71418E19BC}"/>
              </a:ext>
            </a:extLst>
          </p:cNvPr>
          <p:cNvSpPr/>
          <p:nvPr userDrawn="1"/>
        </p:nvSpPr>
        <p:spPr>
          <a:xfrm>
            <a:off x="572635" y="0"/>
            <a:ext cx="492300" cy="273843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72361940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v1a">
    <p:bg>
      <p:bgPr>
        <a:solidFill>
          <a:schemeClr val="bg1"/>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1156078" y="2769107"/>
            <a:ext cx="10271074" cy="1319785"/>
          </a:xfrm>
          <a:solidFill>
            <a:schemeClr val="accent1"/>
          </a:solidFill>
        </p:spPr>
        <p:txBody>
          <a:bodyPr lIns="365760" anchor="ctr">
            <a:noAutofit/>
          </a:bodyPr>
          <a:lstStyle>
            <a:lvl1pPr>
              <a:defRPr sz="4800" b="0">
                <a:solidFill>
                  <a:schemeClr val="bg1"/>
                </a:solidFill>
              </a:defRPr>
            </a:lvl1pPr>
          </a:lstStyle>
          <a:p>
            <a:r>
              <a:rPr lang="en-US" dirty="0"/>
              <a:t>Click to add title</a:t>
            </a:r>
          </a:p>
        </p:txBody>
      </p:sp>
      <p:grpSp>
        <p:nvGrpSpPr>
          <p:cNvPr id="7" name="Group 6">
            <a:extLst>
              <a:ext uri="{FF2B5EF4-FFF2-40B4-BE49-F238E27FC236}">
                <a16:creationId xmlns:a16="http://schemas.microsoft.com/office/drawing/2014/main" id="{BDD795F1-A6EF-EB94-DB43-5B1FBDBD43D9}"/>
              </a:ext>
            </a:extLst>
          </p:cNvPr>
          <p:cNvGrpSpPr/>
          <p:nvPr userDrawn="1"/>
        </p:nvGrpSpPr>
        <p:grpSpPr>
          <a:xfrm>
            <a:off x="-10808" y="2769107"/>
            <a:ext cx="1075743" cy="1319785"/>
            <a:chOff x="-10808" y="4338636"/>
            <a:chExt cx="1075743" cy="1828801"/>
          </a:xfrm>
        </p:grpSpPr>
        <p:sp>
          <p:nvSpPr>
            <p:cNvPr id="9" name="Freeform: Shape 8">
              <a:extLst>
                <a:ext uri="{FF2B5EF4-FFF2-40B4-BE49-F238E27FC236}">
                  <a16:creationId xmlns:a16="http://schemas.microsoft.com/office/drawing/2014/main" id="{8DA0452F-C83F-4CF6-6D54-26071AD4E924}"/>
                </a:ext>
              </a:extLst>
            </p:cNvPr>
            <p:cNvSpPr/>
            <p:nvPr userDrawn="1"/>
          </p:nvSpPr>
          <p:spPr>
            <a:xfrm>
              <a:off x="-10808" y="4338636"/>
              <a:ext cx="492300" cy="1828801"/>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C745ED-8C1D-D13A-5875-BC5A6CD69EE3}"/>
                </a:ext>
              </a:extLst>
            </p:cNvPr>
            <p:cNvSpPr/>
            <p:nvPr userDrawn="1"/>
          </p:nvSpPr>
          <p:spPr>
            <a:xfrm>
              <a:off x="572635" y="4338636"/>
              <a:ext cx="492300" cy="1828801"/>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grpSp>
      <p:sp>
        <p:nvSpPr>
          <p:cNvPr id="2" name="Rectangle: Rounded Corners 1">
            <a:extLst>
              <a:ext uri="{FF2B5EF4-FFF2-40B4-BE49-F238E27FC236}">
                <a16:creationId xmlns:a16="http://schemas.microsoft.com/office/drawing/2014/main" id="{A629D6BA-B747-A257-E786-411E4C6BB0CD}"/>
              </a:ext>
            </a:extLst>
          </p:cNvPr>
          <p:cNvSpPr/>
          <p:nvPr userDrawn="1"/>
        </p:nvSpPr>
        <p:spPr bwMode="auto">
          <a:xfrm>
            <a:off x="10845850" y="2769107"/>
            <a:ext cx="967291" cy="1319785"/>
          </a:xfrm>
          <a:prstGeom prst="roundRect">
            <a:avLst>
              <a:gd name="adj" fmla="val 29283"/>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64287380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v1b">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DD795F1-A6EF-EB94-DB43-5B1FBDBD43D9}"/>
              </a:ext>
            </a:extLst>
          </p:cNvPr>
          <p:cNvGrpSpPr/>
          <p:nvPr userDrawn="1"/>
        </p:nvGrpSpPr>
        <p:grpSpPr>
          <a:xfrm>
            <a:off x="-10808" y="0"/>
            <a:ext cx="12202808" cy="6858000"/>
            <a:chOff x="-10808" y="501537"/>
            <a:chExt cx="12202808" cy="9503000"/>
          </a:xfrm>
        </p:grpSpPr>
        <p:sp>
          <p:nvSpPr>
            <p:cNvPr id="2" name="Freeform: Shape 1">
              <a:extLst>
                <a:ext uri="{FF2B5EF4-FFF2-40B4-BE49-F238E27FC236}">
                  <a16:creationId xmlns:a16="http://schemas.microsoft.com/office/drawing/2014/main" id="{50A12F72-FBF5-8E41-81A5-8D50CCAD8A0B}"/>
                </a:ext>
              </a:extLst>
            </p:cNvPr>
            <p:cNvSpPr/>
            <p:nvPr userDrawn="1"/>
          </p:nvSpPr>
          <p:spPr>
            <a:xfrm>
              <a:off x="1146841" y="501538"/>
              <a:ext cx="11045159" cy="950299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chemeClr val="accent1"/>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DA0452F-C83F-4CF6-6D54-26071AD4E924}"/>
                </a:ext>
              </a:extLst>
            </p:cNvPr>
            <p:cNvSpPr/>
            <p:nvPr userDrawn="1"/>
          </p:nvSpPr>
          <p:spPr>
            <a:xfrm>
              <a:off x="-10808" y="501537"/>
              <a:ext cx="492300" cy="9503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C745ED-8C1D-D13A-5875-BC5A6CD69EE3}"/>
                </a:ext>
              </a:extLst>
            </p:cNvPr>
            <p:cNvSpPr/>
            <p:nvPr userDrawn="1"/>
          </p:nvSpPr>
          <p:spPr>
            <a:xfrm>
              <a:off x="572635" y="501537"/>
              <a:ext cx="492300" cy="9503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grpSp>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1524000" y="2769107"/>
            <a:ext cx="10287000" cy="1319785"/>
          </a:xfrm>
          <a:noFill/>
        </p:spPr>
        <p:txBody>
          <a:bodyPr lIns="91440" anchor="ctr">
            <a:noAutofit/>
          </a:bodyPr>
          <a:lstStyle>
            <a:lvl1pPr>
              <a:defRPr sz="4800" b="0">
                <a:solidFill>
                  <a:schemeClr val="bg1"/>
                </a:solidFill>
              </a:defRPr>
            </a:lvl1pPr>
          </a:lstStyle>
          <a:p>
            <a:r>
              <a:rPr lang="en-US" dirty="0"/>
              <a:t>Click to add title</a:t>
            </a:r>
          </a:p>
        </p:txBody>
      </p:sp>
    </p:spTree>
    <p:extLst>
      <p:ext uri="{BB962C8B-B14F-4D97-AF65-F5344CB8AC3E}">
        <p14:creationId xmlns:p14="http://schemas.microsoft.com/office/powerpoint/2010/main" val="307637689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v2">
    <p:bg>
      <p:bgPr>
        <a:solidFill>
          <a:schemeClr val="bg2"/>
        </a:solidFill>
        <a:effectLst/>
      </p:bgPr>
    </p:bg>
    <p:spTree>
      <p:nvGrpSpPr>
        <p:cNvPr id="1" name=""/>
        <p:cNvGrpSpPr/>
        <p:nvPr/>
      </p:nvGrpSpPr>
      <p:grpSpPr>
        <a:xfrm>
          <a:off x="0" y="0"/>
          <a:ext cx="0" cy="0"/>
          <a:chOff x="0" y="0"/>
          <a:chExt cx="0" cy="0"/>
        </a:xfrm>
      </p:grpSpPr>
      <p:pic>
        <p:nvPicPr>
          <p:cNvPr id="33" name="Graphic 32">
            <a:extLst>
              <a:ext uri="{FF2B5EF4-FFF2-40B4-BE49-F238E27FC236}">
                <a16:creationId xmlns:a16="http://schemas.microsoft.com/office/drawing/2014/main" id="{5F00DD61-7E96-619E-FB6B-48DF465FCA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7864" y="4036598"/>
            <a:ext cx="7191375" cy="2076450"/>
          </a:xfrm>
          <a:prstGeom prst="rect">
            <a:avLst/>
          </a:prstGeom>
        </p:spPr>
      </p:pic>
      <p:grpSp>
        <p:nvGrpSpPr>
          <p:cNvPr id="5" name="Group 4">
            <a:extLst>
              <a:ext uri="{FF2B5EF4-FFF2-40B4-BE49-F238E27FC236}">
                <a16:creationId xmlns:a16="http://schemas.microsoft.com/office/drawing/2014/main" id="{C3C807AD-F368-7835-B9D2-44E1B3800ED6}"/>
              </a:ext>
            </a:extLst>
          </p:cNvPr>
          <p:cNvGrpSpPr/>
          <p:nvPr userDrawn="1"/>
        </p:nvGrpSpPr>
        <p:grpSpPr>
          <a:xfrm>
            <a:off x="381000" y="0"/>
            <a:ext cx="10644113" cy="5372100"/>
            <a:chOff x="-140925" y="0"/>
            <a:chExt cx="10644113" cy="5372100"/>
          </a:xfrm>
          <a:solidFill>
            <a:schemeClr val="accent1"/>
          </a:solidFill>
        </p:grpSpPr>
        <p:sp>
          <p:nvSpPr>
            <p:cNvPr id="10" name="Rectangle 9">
              <a:extLst>
                <a:ext uri="{FF2B5EF4-FFF2-40B4-BE49-F238E27FC236}">
                  <a16:creationId xmlns:a16="http://schemas.microsoft.com/office/drawing/2014/main" id="{1AF8037D-FA8E-7A3A-9893-7A765785B677}"/>
                </a:ext>
              </a:extLst>
            </p:cNvPr>
            <p:cNvSpPr/>
            <p:nvPr/>
          </p:nvSpPr>
          <p:spPr bwMode="auto">
            <a:xfrm>
              <a:off x="341941" y="0"/>
              <a:ext cx="10161247" cy="5372100"/>
            </a:xfrm>
            <a:prstGeom prst="rect">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B237286D-201C-4B15-7848-4FEAA662E4C7}"/>
                </a:ext>
              </a:extLst>
            </p:cNvPr>
            <p:cNvSpPr/>
            <p:nvPr/>
          </p:nvSpPr>
          <p:spPr bwMode="auto">
            <a:xfrm>
              <a:off x="-140925" y="0"/>
              <a:ext cx="967291" cy="5372100"/>
            </a:xfrm>
            <a:prstGeom prst="roundRect">
              <a:avLst>
                <a:gd name="adj" fmla="val 42029"/>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13" name="Freeform: Shape 12">
            <a:extLst>
              <a:ext uri="{FF2B5EF4-FFF2-40B4-BE49-F238E27FC236}">
                <a16:creationId xmlns:a16="http://schemas.microsoft.com/office/drawing/2014/main" id="{1B27F8ED-22A4-340B-AE44-377F881601E7}"/>
              </a:ext>
            </a:extLst>
          </p:cNvPr>
          <p:cNvSpPr/>
          <p:nvPr userDrawn="1"/>
        </p:nvSpPr>
        <p:spPr>
          <a:xfrm>
            <a:off x="11116257" y="0"/>
            <a:ext cx="492300" cy="53721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21" name="Date Placeholder 3">
            <a:extLst>
              <a:ext uri="{FF2B5EF4-FFF2-40B4-BE49-F238E27FC236}">
                <a16:creationId xmlns:a16="http://schemas.microsoft.com/office/drawing/2014/main" id="{BCAA87DC-ABD4-45B1-DE27-914E06B7D285}"/>
              </a:ext>
            </a:extLst>
          </p:cNvPr>
          <p:cNvSpPr txBox="1">
            <a:spLocks/>
          </p:cNvSpPr>
          <p:nvPr/>
        </p:nvSpPr>
        <p:spPr>
          <a:xfrm>
            <a:off x="712448" y="4619625"/>
            <a:ext cx="6931747" cy="246102"/>
          </a:xfrm>
          <a:prstGeom prst="rect">
            <a:avLst/>
          </a:prstGeom>
          <a:noFill/>
        </p:spPr>
        <p:txBody>
          <a:bodyPr vert="horz" lIns="91440" tIns="91440" rIns="91440" bIns="91440" rtlCol="0" anchor="ctr" anchorCtr="0"/>
          <a:lstStyle>
            <a:defPPr>
              <a:defRPr lang="en-US"/>
            </a:defPPr>
            <a:lvl1pPr marL="0" algn="l" defTabSz="914400" rtl="0" eaLnBrk="1" latinLnBrk="0" hangingPunct="1">
              <a:defRPr sz="24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E388B9C-819F-4FD7-AA9A-55686EC3D629}" type="datetime4">
              <a:rPr kumimoji="0" lang="en-US" sz="16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February 10, 2026</a:t>
            </a:fld>
            <a:endParaRPr kumimoji="0" lang="en-US" sz="1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4" name="Title 1">
            <a:extLst>
              <a:ext uri="{FF2B5EF4-FFF2-40B4-BE49-F238E27FC236}">
                <a16:creationId xmlns:a16="http://schemas.microsoft.com/office/drawing/2014/main" id="{DF70076F-17AF-09AF-B061-AFC7FFAB9637}"/>
              </a:ext>
            </a:extLst>
          </p:cNvPr>
          <p:cNvSpPr>
            <a:spLocks noGrp="1"/>
          </p:cNvSpPr>
          <p:nvPr>
            <p:ph type="ctrTitle" hasCustomPrompt="1"/>
          </p:nvPr>
        </p:nvSpPr>
        <p:spPr>
          <a:xfrm>
            <a:off x="712448" y="228600"/>
            <a:ext cx="9895277" cy="2647741"/>
          </a:xfrm>
          <a:noFill/>
        </p:spPr>
        <p:txBody>
          <a:bodyPr anchor="b">
            <a:normAutofit/>
          </a:bodyPr>
          <a:lstStyle>
            <a:lvl1pPr algn="l">
              <a:defRPr sz="5000" b="1" cap="none" baseline="0">
                <a:solidFill>
                  <a:schemeClr val="bg1"/>
                </a:solidFill>
                <a:latin typeface="+mj-lt"/>
              </a:defRPr>
            </a:lvl1pPr>
          </a:lstStyle>
          <a:p>
            <a:r>
              <a:rPr lang="en-US" dirty="0"/>
              <a:t>Click to edit </a:t>
            </a:r>
            <a:br>
              <a:rPr lang="en-US" dirty="0"/>
            </a:br>
            <a:r>
              <a:rPr lang="en-US" dirty="0"/>
              <a:t>Presentation title</a:t>
            </a:r>
          </a:p>
        </p:txBody>
      </p:sp>
      <p:sp>
        <p:nvSpPr>
          <p:cNvPr id="6" name="Text Placeholder 27">
            <a:extLst>
              <a:ext uri="{FF2B5EF4-FFF2-40B4-BE49-F238E27FC236}">
                <a16:creationId xmlns:a16="http://schemas.microsoft.com/office/drawing/2014/main" id="{95D20949-B288-9C4E-5E02-9A80B1C72A62}"/>
              </a:ext>
            </a:extLst>
          </p:cNvPr>
          <p:cNvSpPr>
            <a:spLocks noGrp="1"/>
          </p:cNvSpPr>
          <p:nvPr>
            <p:ph type="body" sz="quarter" idx="13" hasCustomPrompt="1"/>
          </p:nvPr>
        </p:nvSpPr>
        <p:spPr>
          <a:xfrm>
            <a:off x="712448" y="3123708"/>
            <a:ext cx="9895276" cy="1000512"/>
          </a:xfrm>
          <a:noFill/>
        </p:spPr>
        <p:txBody>
          <a:bodyPr wrap="square" lIns="91440" anchor="t">
            <a:normAutofit/>
          </a:bodyPr>
          <a:lstStyle>
            <a:lvl1pPr marL="0" indent="0">
              <a:spcAft>
                <a:spcPts val="600"/>
              </a:spcAft>
              <a:buNone/>
              <a:defRPr sz="2400" baseline="0">
                <a:solidFill>
                  <a:schemeClr val="bg1"/>
                </a:solidFill>
              </a:defRPr>
            </a:lvl1pPr>
          </a:lstStyle>
          <a:p>
            <a:pPr lvl="0"/>
            <a:r>
              <a:rPr lang="en-US" dirty="0"/>
              <a:t>Presenter Name</a:t>
            </a:r>
          </a:p>
          <a:p>
            <a:pPr lvl="0"/>
            <a:r>
              <a:rPr lang="en-US" dirty="0"/>
              <a:t>Presenter Title</a:t>
            </a:r>
          </a:p>
        </p:txBody>
      </p:sp>
      <p:sp>
        <p:nvSpPr>
          <p:cNvPr id="16" name="Footer Placeholder 4">
            <a:extLst>
              <a:ext uri="{FF2B5EF4-FFF2-40B4-BE49-F238E27FC236}">
                <a16:creationId xmlns:a16="http://schemas.microsoft.com/office/drawing/2014/main" id="{0C3464A6-232E-5E01-A56B-AE0B3137759E}"/>
              </a:ext>
            </a:extLst>
          </p:cNvPr>
          <p:cNvSpPr txBox="1">
            <a:spLocks/>
          </p:cNvSpPr>
          <p:nvPr userDrawn="1"/>
        </p:nvSpPr>
        <p:spPr>
          <a:xfrm>
            <a:off x="712448" y="4966929"/>
            <a:ext cx="7160850" cy="117419"/>
          </a:xfrm>
          <a:prstGeom prst="rect">
            <a:avLst/>
          </a:prstGeom>
        </p:spPr>
        <p:txBody>
          <a:bodyPr vert="horz" lIns="91440" tIns="91440" rIns="91440" bIns="91440" rtlCol="0" anchor="ctr" anchorCtr="0"/>
          <a:lstStyle>
            <a:defPPr>
              <a:defRPr lang="en-US"/>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50" dirty="0">
                <a:solidFill>
                  <a:schemeClr val="bg1"/>
                </a:solidFill>
              </a:rPr>
              <a:t>©2024 Hyland Software, Inc. and its affiliates. All rights reserved. All Hyland product names are registered or unregistered trademarks of Hyland Software, Inc. or its affiliates in the United States and other countries.</a:t>
            </a:r>
          </a:p>
        </p:txBody>
      </p:sp>
      <p:sp>
        <p:nvSpPr>
          <p:cNvPr id="18" name="Freeform: Shape 17">
            <a:extLst>
              <a:ext uri="{FF2B5EF4-FFF2-40B4-BE49-F238E27FC236}">
                <a16:creationId xmlns:a16="http://schemas.microsoft.com/office/drawing/2014/main" id="{81E035B1-D8F5-B4DC-757D-A41E43A8AA29}"/>
              </a:ext>
            </a:extLst>
          </p:cNvPr>
          <p:cNvSpPr/>
          <p:nvPr userDrawn="1"/>
        </p:nvSpPr>
        <p:spPr>
          <a:xfrm>
            <a:off x="11699700" y="0"/>
            <a:ext cx="492300" cy="53721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pic>
        <p:nvPicPr>
          <p:cNvPr id="7" name="Picture 6">
            <a:extLst>
              <a:ext uri="{FF2B5EF4-FFF2-40B4-BE49-F238E27FC236}">
                <a16:creationId xmlns:a16="http://schemas.microsoft.com/office/drawing/2014/main" id="{51C9DA2C-0540-61CD-CC88-C6E260FB7899}"/>
              </a:ext>
            </a:extLst>
          </p:cNvPr>
          <p:cNvPicPr>
            <a:picLocks noChangeAspect="1"/>
          </p:cNvPicPr>
          <p:nvPr userDrawn="1"/>
        </p:nvPicPr>
        <p:blipFill>
          <a:blip r:embed="rId4"/>
          <a:srcRect t="16586" b="16586"/>
          <a:stretch/>
        </p:blipFill>
        <p:spPr>
          <a:xfrm>
            <a:off x="8839200" y="5562336"/>
            <a:ext cx="3199698" cy="1052692"/>
          </a:xfrm>
          <a:prstGeom prst="rect">
            <a:avLst/>
          </a:prstGeom>
        </p:spPr>
      </p:pic>
      <p:pic>
        <p:nvPicPr>
          <p:cNvPr id="35" name="Graphic 34">
            <a:extLst>
              <a:ext uri="{FF2B5EF4-FFF2-40B4-BE49-F238E27FC236}">
                <a16:creationId xmlns:a16="http://schemas.microsoft.com/office/drawing/2014/main" id="{C015FFC3-3F8C-22EC-D59D-619CEBECFAE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938239" y="5821982"/>
            <a:ext cx="328244" cy="533400"/>
          </a:xfrm>
          <a:prstGeom prst="rect">
            <a:avLst/>
          </a:prstGeom>
        </p:spPr>
      </p:pic>
    </p:spTree>
    <p:extLst>
      <p:ext uri="{BB962C8B-B14F-4D97-AF65-F5344CB8AC3E}">
        <p14:creationId xmlns:p14="http://schemas.microsoft.com/office/powerpoint/2010/main" val="194804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slide - v2">
    <p:bg>
      <p:bgPr>
        <a:solidFill>
          <a:schemeClr val="bg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4610100" y="2083430"/>
            <a:ext cx="7200900" cy="4545969"/>
          </a:xfrm>
        </p:spPr>
        <p:txBody>
          <a:bodyPr lIns="91440" tIns="91440" rIns="91440" bIns="91440" anchor="t">
            <a:noAutofit/>
          </a:bodyPr>
          <a:lstStyle>
            <a:lvl1pPr marL="347472" indent="-228600">
              <a:buClr>
                <a:schemeClr val="accent1"/>
              </a:buClr>
              <a:buFont typeface="Arial" panose="020B0604020202020204" pitchFamily="34" charset="0"/>
              <a:buChar char="•"/>
              <a:defRPr sz="2400" baseline="0">
                <a:solidFill>
                  <a:schemeClr val="tx1"/>
                </a:solidFill>
              </a:defRPr>
            </a:lvl1pPr>
            <a:lvl2pPr marL="566928" indent="-228600">
              <a:buFont typeface="Arial" panose="020B0604020202020204" pitchFamily="34" charset="0"/>
              <a:buChar char="•"/>
              <a:defRPr sz="2000">
                <a:solidFill>
                  <a:schemeClr val="tx1"/>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Item 1</a:t>
            </a:r>
          </a:p>
          <a:p>
            <a:pPr lvl="1"/>
            <a:r>
              <a:rPr lang="en-US" dirty="0"/>
              <a:t>Secondary item</a:t>
            </a:r>
          </a:p>
          <a:p>
            <a:pPr lvl="0"/>
            <a:r>
              <a:rPr lang="en-US" dirty="0"/>
              <a:t>Item 2</a:t>
            </a:r>
          </a:p>
          <a:p>
            <a:pPr lvl="0"/>
            <a:r>
              <a:rPr lang="en-US" dirty="0"/>
              <a:t>Item 3</a:t>
            </a:r>
          </a:p>
        </p:txBody>
      </p:sp>
      <p:sp>
        <p:nvSpPr>
          <p:cNvPr id="2" name="Title 1">
            <a:extLst>
              <a:ext uri="{FF2B5EF4-FFF2-40B4-BE49-F238E27FC236}">
                <a16:creationId xmlns:a16="http://schemas.microsoft.com/office/drawing/2014/main" id="{23864E47-5787-C3C0-ABBC-86473CC4B276}"/>
              </a:ext>
            </a:extLst>
          </p:cNvPr>
          <p:cNvSpPr>
            <a:spLocks noGrp="1"/>
          </p:cNvSpPr>
          <p:nvPr>
            <p:ph type="title" hasCustomPrompt="1"/>
          </p:nvPr>
        </p:nvSpPr>
        <p:spPr>
          <a:xfrm>
            <a:off x="1344811" y="228601"/>
            <a:ext cx="6853141" cy="1600200"/>
          </a:xfrm>
        </p:spPr>
        <p:txBody>
          <a:bodyPr tIns="91440" bIns="91440" anchor="b">
            <a:normAutofit/>
          </a:bodyPr>
          <a:lstStyle>
            <a:lvl1pPr algn="l">
              <a:defRPr sz="4000" cap="none" baseline="0">
                <a:solidFill>
                  <a:schemeClr val="tx1"/>
                </a:solidFill>
              </a:defRPr>
            </a:lvl1pPr>
          </a:lstStyle>
          <a:p>
            <a:r>
              <a:rPr lang="en-US" dirty="0"/>
              <a:t>Type “agenda” here</a:t>
            </a:r>
          </a:p>
        </p:txBody>
      </p:sp>
      <p:pic>
        <p:nvPicPr>
          <p:cNvPr id="16" name="Graphic 15">
            <a:extLst>
              <a:ext uri="{FF2B5EF4-FFF2-40B4-BE49-F238E27FC236}">
                <a16:creationId xmlns:a16="http://schemas.microsoft.com/office/drawing/2014/main" id="{F6E539FF-8C9D-3C03-9207-37DB51616D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79398" y="2095500"/>
            <a:ext cx="328244" cy="533400"/>
          </a:xfrm>
          <a:prstGeom prst="rect">
            <a:avLst/>
          </a:prstGeom>
        </p:spPr>
      </p:pic>
      <p:pic>
        <p:nvPicPr>
          <p:cNvPr id="24" name="Graphic 23">
            <a:extLst>
              <a:ext uri="{FF2B5EF4-FFF2-40B4-BE49-F238E27FC236}">
                <a16:creationId xmlns:a16="http://schemas.microsoft.com/office/drawing/2014/main" id="{92EA0610-C409-B450-3D24-8CACC47C921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67864" y="0"/>
            <a:ext cx="3429000" cy="2381250"/>
          </a:xfrm>
          <a:prstGeom prst="rect">
            <a:avLst/>
          </a:prstGeom>
        </p:spPr>
      </p:pic>
    </p:spTree>
    <p:extLst>
      <p:ext uri="{BB962C8B-B14F-4D97-AF65-F5344CB8AC3E}">
        <p14:creationId xmlns:p14="http://schemas.microsoft.com/office/powerpoint/2010/main" val="171323805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v2a">
    <p:bg>
      <p:bgPr>
        <a:solidFill>
          <a:schemeClr val="bg2"/>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3467100" y="2769107"/>
            <a:ext cx="8343900" cy="1319785"/>
          </a:xfrm>
        </p:spPr>
        <p:txBody>
          <a:bodyPr anchor="ctr">
            <a:noAutofit/>
          </a:bodyPr>
          <a:lstStyle>
            <a:lvl1pPr>
              <a:defRPr sz="4800" b="0">
                <a:solidFill>
                  <a:schemeClr val="tx1"/>
                </a:solidFill>
              </a:defRPr>
            </a:lvl1pPr>
          </a:lstStyle>
          <a:p>
            <a:r>
              <a:rPr lang="en-US" dirty="0"/>
              <a:t>Click to add title</a:t>
            </a:r>
          </a:p>
        </p:txBody>
      </p:sp>
      <p:sp>
        <p:nvSpPr>
          <p:cNvPr id="3" name="Freeform: Shape 2">
            <a:extLst>
              <a:ext uri="{FF2B5EF4-FFF2-40B4-BE49-F238E27FC236}">
                <a16:creationId xmlns:a16="http://schemas.microsoft.com/office/drawing/2014/main" id="{5C10EFDC-6B56-C2B1-76CC-C1027F9941A2}"/>
              </a:ext>
            </a:extLst>
          </p:cNvPr>
          <p:cNvSpPr/>
          <p:nvPr userDrawn="1"/>
        </p:nvSpPr>
        <p:spPr>
          <a:xfrm rot="5400000">
            <a:off x="2557267" y="3283267"/>
            <a:ext cx="571507" cy="333374"/>
          </a:xfrm>
          <a:custGeom>
            <a:avLst/>
            <a:gdLst>
              <a:gd name="connsiteX0" fmla="*/ 542357 w 571507"/>
              <a:gd name="connsiteY0" fmla="*/ 333375 h 333374"/>
              <a:gd name="connsiteX1" fmla="*/ 29150 w 571507"/>
              <a:gd name="connsiteY1" fmla="*/ 333375 h 333374"/>
              <a:gd name="connsiteX2" fmla="*/ 8195 w 571507"/>
              <a:gd name="connsiteY2" fmla="*/ 282797 h 333374"/>
              <a:gd name="connsiteX3" fmla="*/ 264799 w 571507"/>
              <a:gd name="connsiteY3" fmla="*/ 9144 h 333374"/>
              <a:gd name="connsiteX4" fmla="*/ 306709 w 571507"/>
              <a:gd name="connsiteY4" fmla="*/ 9144 h 333374"/>
              <a:gd name="connsiteX5" fmla="*/ 563312 w 571507"/>
              <a:gd name="connsiteY5" fmla="*/ 282797 h 333374"/>
              <a:gd name="connsiteX6" fmla="*/ 542357 w 571507"/>
              <a:gd name="connsiteY6" fmla="*/ 333375 h 333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7" h="333374">
                <a:moveTo>
                  <a:pt x="542357" y="333375"/>
                </a:moveTo>
                <a:lnTo>
                  <a:pt x="29150" y="333375"/>
                </a:lnTo>
                <a:cubicBezTo>
                  <a:pt x="3528" y="333375"/>
                  <a:pt x="-9616" y="301752"/>
                  <a:pt x="8195" y="282797"/>
                </a:cubicBezTo>
                <a:lnTo>
                  <a:pt x="264799" y="9144"/>
                </a:lnTo>
                <a:cubicBezTo>
                  <a:pt x="276229" y="-3048"/>
                  <a:pt x="295279" y="-3048"/>
                  <a:pt x="306709" y="9144"/>
                </a:cubicBezTo>
                <a:lnTo>
                  <a:pt x="563312" y="282797"/>
                </a:lnTo>
                <a:cubicBezTo>
                  <a:pt x="581124" y="301752"/>
                  <a:pt x="567980" y="333375"/>
                  <a:pt x="542357" y="333375"/>
                </a:cubicBezTo>
                <a:close/>
              </a:path>
            </a:pathLst>
          </a:custGeom>
          <a:noFill/>
          <a:ln w="47625" cap="flat">
            <a:solidFill>
              <a:srgbClr val="F95300"/>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84A59CAC-39C2-747D-4A46-3156419C83A2}"/>
              </a:ext>
            </a:extLst>
          </p:cNvPr>
          <p:cNvCxnSpPr/>
          <p:nvPr userDrawn="1"/>
        </p:nvCxnSpPr>
        <p:spPr>
          <a:xfrm flipH="1">
            <a:off x="0" y="3438939"/>
            <a:ext cx="2667000" cy="0"/>
          </a:xfrm>
          <a:prstGeom prst="line">
            <a:avLst/>
          </a:prstGeom>
          <a:ln w="38100">
            <a:solidFill>
              <a:schemeClr val="accent5"/>
            </a:solidFill>
            <a:miter lim="800000"/>
            <a:headEnd type="none"/>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539221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v2b">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7F4E9C-152D-4D2B-4CE9-9E3043E69032}"/>
              </a:ext>
            </a:extLst>
          </p:cNvPr>
          <p:cNvSpPr/>
          <p:nvPr userDrawn="1"/>
        </p:nvSpPr>
        <p:spPr>
          <a:xfrm>
            <a:off x="-24961" y="0"/>
            <a:ext cx="11045159" cy="6857999"/>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chemeClr val="accent1"/>
          </a:solidFill>
          <a:ln w="0"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381000" y="2769108"/>
            <a:ext cx="10172700" cy="1319785"/>
          </a:xfrm>
        </p:spPr>
        <p:txBody>
          <a:bodyPr anchor="ctr">
            <a:noAutofit/>
          </a:bodyPr>
          <a:lstStyle>
            <a:lvl1pPr>
              <a:defRPr sz="5400" b="0">
                <a:solidFill>
                  <a:schemeClr val="bg1"/>
                </a:solidFill>
              </a:defRPr>
            </a:lvl1pPr>
          </a:lstStyle>
          <a:p>
            <a:r>
              <a:rPr lang="en-US" dirty="0"/>
              <a:t>Click to add title</a:t>
            </a:r>
          </a:p>
        </p:txBody>
      </p:sp>
      <p:sp>
        <p:nvSpPr>
          <p:cNvPr id="3" name="Freeform: Shape 2">
            <a:extLst>
              <a:ext uri="{FF2B5EF4-FFF2-40B4-BE49-F238E27FC236}">
                <a16:creationId xmlns:a16="http://schemas.microsoft.com/office/drawing/2014/main" id="{1BFF6B6A-732E-8C4A-3D53-BD5D1626D1EA}"/>
              </a:ext>
            </a:extLst>
          </p:cNvPr>
          <p:cNvSpPr/>
          <p:nvPr userDrawn="1"/>
        </p:nvSpPr>
        <p:spPr>
          <a:xfrm>
            <a:off x="11116257"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66EBA19-3ACE-F161-A2E3-DA0F7695B412}"/>
              </a:ext>
            </a:extLst>
          </p:cNvPr>
          <p:cNvSpPr/>
          <p:nvPr userDrawn="1"/>
        </p:nvSpPr>
        <p:spPr>
          <a:xfrm>
            <a:off x="11699700"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6804501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v1 &amp; v2">
    <p:bg>
      <p:bgPr>
        <a:solidFill>
          <a:srgbClr val="006334"/>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609600" y="2440056"/>
            <a:ext cx="8915400" cy="1319785"/>
          </a:xfrm>
        </p:spPr>
        <p:txBody>
          <a:bodyPr anchor="b">
            <a:noAutofit/>
          </a:bodyPr>
          <a:lstStyle>
            <a:lvl1pPr>
              <a:defRPr sz="5400" b="0">
                <a:solidFill>
                  <a:schemeClr val="bg1"/>
                </a:solidFill>
              </a:defRPr>
            </a:lvl1pPr>
          </a:lstStyle>
          <a:p>
            <a:r>
              <a:rPr lang="en-US" dirty="0"/>
              <a:t>Click to add title</a:t>
            </a:r>
          </a:p>
        </p:txBody>
      </p:sp>
      <p:cxnSp>
        <p:nvCxnSpPr>
          <p:cNvPr id="2" name="Straight Connector 1">
            <a:extLst>
              <a:ext uri="{FF2B5EF4-FFF2-40B4-BE49-F238E27FC236}">
                <a16:creationId xmlns:a16="http://schemas.microsoft.com/office/drawing/2014/main" id="{6EF414E7-DBEE-FD7A-2361-D1205BB1FD19}"/>
              </a:ext>
            </a:extLst>
          </p:cNvPr>
          <p:cNvCxnSpPr>
            <a:cxnSpLocks/>
          </p:cNvCxnSpPr>
          <p:nvPr userDrawn="1"/>
        </p:nvCxnSpPr>
        <p:spPr>
          <a:xfrm flipH="1">
            <a:off x="0" y="3898989"/>
            <a:ext cx="9525000" cy="0"/>
          </a:xfrm>
          <a:prstGeom prst="line">
            <a:avLst/>
          </a:prstGeom>
          <a:ln w="381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575810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chemeClr val="bg1"/>
        </a:solidFill>
        <a:effectLst/>
      </p:bgPr>
    </p:bg>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489A1DDC-46B8-CE8E-0659-62394B1B8227}"/>
              </a:ext>
            </a:extLst>
          </p:cNvPr>
          <p:cNvSpPr>
            <a:spLocks noGrp="1"/>
          </p:cNvSpPr>
          <p:nvPr>
            <p:ph type="pic" sz="quarter" idx="13"/>
          </p:nvPr>
        </p:nvSpPr>
        <p:spPr>
          <a:xfrm>
            <a:off x="0" y="0"/>
            <a:ext cx="12192000" cy="6857999"/>
          </a:xfrm>
          <a:solidFill>
            <a:schemeClr val="bg1">
              <a:lumMod val="50000"/>
            </a:schemeClr>
          </a:solidFill>
        </p:spPr>
        <p:txBody>
          <a:bodyPr/>
          <a:lstStyle>
            <a:lvl1pPr>
              <a:defRPr baseline="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32DC00ED-BF76-4FC6-8F76-A08D9AAE4684}"/>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57B6BB6F-275F-40A4-B65D-77498F7D238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8D07C52-7E90-4100-9E15-9963F85DFA77}"/>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285991676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ub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EBF06C-5074-4EAE-BC2A-F332C3F56963}"/>
              </a:ext>
            </a:extLst>
          </p:cNvPr>
          <p:cNvSpPr/>
          <p:nvPr/>
        </p:nvSpPr>
        <p:spPr bwMode="auto">
          <a:xfrm>
            <a:off x="0" y="0"/>
            <a:ext cx="5181600" cy="6858000"/>
          </a:xfrm>
          <a:prstGeom prst="rect">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2A0796D-FA9D-4300-8DDD-46D303CECD74}"/>
              </a:ext>
            </a:extLst>
          </p:cNvPr>
          <p:cNvSpPr>
            <a:spLocks noGrp="1"/>
          </p:cNvSpPr>
          <p:nvPr>
            <p:ph type="title" hasCustomPrompt="1"/>
          </p:nvPr>
        </p:nvSpPr>
        <p:spPr>
          <a:xfrm>
            <a:off x="381000" y="2062162"/>
            <a:ext cx="4572000" cy="2738438"/>
          </a:xfrm>
        </p:spPr>
        <p:txBody>
          <a:bodyPr tIns="91440" bIns="91440" anchor="ctr">
            <a:normAutofit/>
          </a:bodyPr>
          <a:lstStyle>
            <a:lvl1pPr>
              <a:defRPr sz="4000">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5410200" y="2062162"/>
            <a:ext cx="6400800" cy="2738438"/>
          </a:xfrm>
        </p:spPr>
        <p:txBody>
          <a:bodyPr lIns="91440" tIns="91440" rIns="91440" bIns="91440" anchor="ctr">
            <a:noAutofit/>
          </a:bodyPr>
          <a:lstStyle>
            <a:lvl1pPr marL="344488" indent="-231775">
              <a:buFont typeface="Arial" panose="020B0604020202020204" pitchFamily="34" charset="0"/>
              <a:buChar char="•"/>
              <a:defRPr sz="2800">
                <a:solidFill>
                  <a:schemeClr val="tx1"/>
                </a:solidFill>
              </a:defRPr>
            </a:lvl1pPr>
            <a:lvl2pPr marL="566928" indent="-228600">
              <a:buFont typeface="Arial" panose="020B0604020202020204" pitchFamily="34" charset="0"/>
              <a:buChar char="•"/>
              <a:defRPr sz="2000">
                <a:solidFill>
                  <a:schemeClr val="tx1"/>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a:p>
            <a:pPr lvl="1"/>
            <a:r>
              <a:rPr lang="en-US" dirty="0"/>
              <a:t>Click to edit master text styles</a:t>
            </a:r>
          </a:p>
        </p:txBody>
      </p:sp>
    </p:spTree>
    <p:extLst>
      <p:ext uri="{BB962C8B-B14F-4D97-AF65-F5344CB8AC3E}">
        <p14:creationId xmlns:p14="http://schemas.microsoft.com/office/powerpoint/2010/main" val="84615916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2190476" cy="1138773"/>
          </a:xfrm>
          <a:solidFill>
            <a:schemeClr val="accent1"/>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281943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 gree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accent1"/>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588188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ontent - gree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bg2"/>
          </a:solid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CCDFD6"/>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99C0AD"/>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8722348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2190476" cy="1138773"/>
          </a:xfrm>
          <a:solidFill>
            <a:schemeClr val="tx2"/>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155642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 blue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tx2"/>
          </a:solidFill>
          <a:ln>
            <a:solidFill>
              <a:schemeClr val="tx2"/>
            </a:solid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1090E7"/>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5FB0ED"/>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1256625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content - blu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bg2"/>
          </a:solid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E2F1FB"/>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B9DCF7"/>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0438301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911573E5-99EE-3437-E15A-BE4B51323BCC}"/>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42E040CB-88EE-23FB-E874-E5616F6C0BEE}"/>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14546508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A85EE5F6-6B34-C960-EEC7-35300F5BA94B}"/>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EC57F62E-F6F7-C456-EDBA-416222785D9F}"/>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31817394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C4610787-C6FF-B7D0-EEA6-949440D6B6E8}"/>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F624F2C0-D708-0724-E092-400D1B4E86C9}"/>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56009311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E8CE7876-9C5D-1B1B-A6FE-5641D207F579}"/>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D0F4C301-DD35-CF11-7BC2-41D2017F6440}"/>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18752660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911573E5-99EE-3437-E15A-BE4B51323BCC}"/>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A8C7B747-30FC-254D-8D9E-57ECC3FD1364}"/>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18823809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A85EE5F6-6B34-C960-EEC7-35300F5BA94B}"/>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1B84049A-6C99-D165-3203-D15009FC2120}"/>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500593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C4610787-C6FF-B7D0-EEA6-949440D6B6E8}"/>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DAFB8B7E-76E7-E2A2-02F1-8488A4C65A3E}"/>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0260212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E8CE7876-9C5D-1B1B-A6FE-5641D207F579}"/>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74383601-EA0A-695F-81E3-5B2BB188493D}"/>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08191984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BD886E5B-619F-DCFE-94EE-D2504C6F7783}"/>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1583652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DEABB966-C5CF-BEA6-1713-8D32C0E7D3A6}"/>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664866281"/>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99EDFCC0-875C-FA34-BA7B-57937C553F06}"/>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15002045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9841F19B-51C3-9A32-6032-BE555850D6FA}"/>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14583666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B97EB-ED75-4EDB-8F10-F21465C79997}"/>
              </a:ext>
            </a:extLst>
          </p:cNvPr>
          <p:cNvSpPr>
            <a:spLocks noGrp="1"/>
          </p:cNvSpPr>
          <p:nvPr>
            <p:ph idx="1"/>
          </p:nvPr>
        </p:nvSpPr>
        <p:spPr>
          <a:xfrm>
            <a:off x="381000" y="1143000"/>
            <a:ext cx="8686800" cy="5257800"/>
          </a:xfrm>
        </p:spPr>
        <p:txBody>
          <a:bodyPr/>
          <a:lstStyle>
            <a:lvl1pPr marL="347472" indent="-228600">
              <a:defRPr sz="3200"/>
            </a:lvl1pPr>
            <a:lvl2pPr indent="-228600">
              <a:defRPr sz="2800"/>
            </a:lvl2pPr>
            <a:lvl3pPr>
              <a:defRPr sz="2400"/>
            </a:lvl3pPr>
            <a:lvl4pPr>
              <a:defRPr sz="2000"/>
            </a:lvl4pPr>
            <a:lvl5pPr marL="1481328" indent="-228600">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78B1A47-1029-4EF2-AB59-A978C590AE90}"/>
              </a:ext>
            </a:extLst>
          </p:cNvPr>
          <p:cNvSpPr>
            <a:spLocks noGrp="1"/>
          </p:cNvSpPr>
          <p:nvPr>
            <p:ph type="body" sz="half" idx="2"/>
          </p:nvPr>
        </p:nvSpPr>
        <p:spPr>
          <a:xfrm>
            <a:off x="9296400" y="1143000"/>
            <a:ext cx="2514600" cy="5257800"/>
          </a:xfrm>
          <a:solidFill>
            <a:schemeClr val="bg2"/>
          </a:solidFill>
        </p:spPr>
        <p:txBody>
          <a:bodyPr lIns="91440" tIns="91440" rIns="91440" bIns="91440" anchor="ctr">
            <a:normAutofit/>
          </a:bodyPr>
          <a:lstStyle>
            <a:lvl1pPr marL="0" indent="0">
              <a:buNone/>
              <a:defRPr sz="2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68143-0EE0-4783-89E1-5EA55EC5D4D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6" name="Footer Placeholder 5">
            <a:extLst>
              <a:ext uri="{FF2B5EF4-FFF2-40B4-BE49-F238E27FC236}">
                <a16:creationId xmlns:a16="http://schemas.microsoft.com/office/drawing/2014/main" id="{C75BB4D3-DC82-4F22-84F1-DA3E8BF672FA}"/>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D5A4EFE-6E2A-4694-BE6D-C4EB3FAB5E88}"/>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31778109-255E-509A-19F6-3D6426C840A0}"/>
              </a:ext>
            </a:extLst>
          </p:cNvPr>
          <p:cNvSpPr>
            <a:spLocks noGrp="1"/>
          </p:cNvSpPr>
          <p:nvPr>
            <p:ph type="title"/>
          </p:nvPr>
        </p:nvSpPr>
        <p:spPr>
          <a:xfrm>
            <a:off x="381000" y="228600"/>
            <a:ext cx="11430000" cy="685800"/>
          </a:xfrm>
        </p:spPr>
        <p:txBody>
          <a:bodyPr anchor="ctr" anchorCtr="0"/>
          <a:lstStyle>
            <a:lvl1pPr>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58697779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8E15E2-4FEA-40B8-945D-0B65E7AB7D46}"/>
              </a:ext>
            </a:extLst>
          </p:cNvPr>
          <p:cNvSpPr>
            <a:spLocks noGrp="1"/>
          </p:cNvSpPr>
          <p:nvPr>
            <p:ph type="pic" idx="1"/>
          </p:nvPr>
        </p:nvSpPr>
        <p:spPr>
          <a:xfrm>
            <a:off x="3124200" y="1143000"/>
            <a:ext cx="8686800" cy="5257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4ECC6DC-B05C-4067-BC75-5292D1CF232B}"/>
              </a:ext>
            </a:extLst>
          </p:cNvPr>
          <p:cNvSpPr>
            <a:spLocks noGrp="1"/>
          </p:cNvSpPr>
          <p:nvPr>
            <p:ph type="body" sz="half" idx="2"/>
          </p:nvPr>
        </p:nvSpPr>
        <p:spPr>
          <a:xfrm>
            <a:off x="381000" y="1143000"/>
            <a:ext cx="2514599" cy="5257800"/>
          </a:xfrm>
          <a:solidFill>
            <a:schemeClr val="bg2"/>
          </a:solidFill>
        </p:spPr>
        <p:txBody>
          <a:bodyPr lIns="91440" tIns="91440" rIns="91440" bIns="91440" anchor="ctr">
            <a:normAutofit/>
          </a:bodyPr>
          <a:lstStyle>
            <a:lvl1pPr marL="0" indent="0">
              <a:buNone/>
              <a:defRPr sz="2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D9517C-C18A-4977-84E8-E92783D4130F}"/>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6" name="Footer Placeholder 5">
            <a:extLst>
              <a:ext uri="{FF2B5EF4-FFF2-40B4-BE49-F238E27FC236}">
                <a16:creationId xmlns:a16="http://schemas.microsoft.com/office/drawing/2014/main" id="{92ED6DB1-8D60-4505-A190-4A11920A5ED0}"/>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622A32F-FDE5-4A2A-A5AF-32CCAB7B7183}"/>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E1F37FE5-BE46-532A-F08B-108C74394663}"/>
              </a:ext>
            </a:extLst>
          </p:cNvPr>
          <p:cNvSpPr>
            <a:spLocks noGrp="1"/>
          </p:cNvSpPr>
          <p:nvPr>
            <p:ph type="title"/>
          </p:nvPr>
        </p:nvSpPr>
        <p:spPr>
          <a:xfrm>
            <a:off x="381000" y="228600"/>
            <a:ext cx="11430000" cy="685800"/>
          </a:xfrm>
        </p:spPr>
        <p:txBody>
          <a:bodyPr anchor="ctr" anchorCtr="0"/>
          <a:lstStyle>
            <a:lvl1pPr>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17665379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 orange accent">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rgbClr val="F95300"/>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bg2"/>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188748536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 green">
    <p:bg>
      <p:bgPr>
        <a:solidFill>
          <a:schemeClr val="accent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bg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accent5"/>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solidFill>
                  <a:schemeClr val="bg1"/>
                </a:solidFill>
              </a:defRPr>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385836130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 green accent">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bg2"/>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148027337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tx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bg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accent1"/>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solidFill>
                  <a:schemeClr val="bg1"/>
                </a:solidFill>
              </a:defRPr>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27487709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ock - 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C3B5-5C84-7C42-9D58-DE1984D3A60D}"/>
              </a:ext>
            </a:extLst>
          </p:cNvPr>
          <p:cNvSpPr>
            <a:spLocks noGrp="1"/>
          </p:cNvSpPr>
          <p:nvPr>
            <p:ph type="dt" sz="half" idx="10"/>
          </p:nvPr>
        </p:nvSpPr>
        <p:spPr/>
        <p:txBody>
          <a:bodyPr/>
          <a:lstStyle/>
          <a:p>
            <a:fld id="{5958763E-B898-436D-883D-03711491D54A}" type="datetimeFigureOut">
              <a:rPr lang="en-US" smtClean="0"/>
              <a:pPr/>
              <a:t>2/10/2026</a:t>
            </a:fld>
            <a:endParaRPr lang="en-US" dirty="0"/>
          </a:p>
        </p:txBody>
      </p:sp>
      <p:sp>
        <p:nvSpPr>
          <p:cNvPr id="4" name="Footer Placeholder 3">
            <a:extLst>
              <a:ext uri="{FF2B5EF4-FFF2-40B4-BE49-F238E27FC236}">
                <a16:creationId xmlns:a16="http://schemas.microsoft.com/office/drawing/2014/main" id="{60A24130-CBCC-5E2D-2009-94C7120F83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BD6EBC-C65F-61CA-84F6-C1DD2B836BE4}"/>
              </a:ext>
            </a:extLst>
          </p:cNvPr>
          <p:cNvSpPr>
            <a:spLocks noGrp="1"/>
          </p:cNvSpPr>
          <p:nvPr>
            <p:ph type="sldNum" sz="quarter" idx="12"/>
          </p:nvPr>
        </p:nvSpPr>
        <p:spPr/>
        <p:txBody>
          <a:bodyPr/>
          <a:lstStyle/>
          <a:p>
            <a:fld id="{C15D44F4-F215-4E77-8A37-E5924A9890F9}" type="slidenum">
              <a:rPr lang="en-US" smtClean="0"/>
              <a:pPr/>
              <a:t>‹#›</a:t>
            </a:fld>
            <a:endParaRPr lang="en-US"/>
          </a:p>
        </p:txBody>
      </p:sp>
    </p:spTree>
    <p:extLst>
      <p:ext uri="{BB962C8B-B14F-4D97-AF65-F5344CB8AC3E}">
        <p14:creationId xmlns:p14="http://schemas.microsoft.com/office/powerpoint/2010/main" val="148178949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ock- warm gray">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E8DAF0-8B1C-4674-90FD-0641764538D9}"/>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3" name="Footer Placeholder 2">
            <a:extLst>
              <a:ext uri="{FF2B5EF4-FFF2-40B4-BE49-F238E27FC236}">
                <a16:creationId xmlns:a16="http://schemas.microsoft.com/office/drawing/2014/main" id="{478D4052-F0BD-4178-9362-38E0590C7F6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5928ECA-89E2-46C4-B5A6-AC27D4A1F844}"/>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147477818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ock - green">
    <p:bg>
      <p:bgPr>
        <a:solidFill>
          <a:srgbClr val="006334"/>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E8DAF0-8B1C-4674-90FD-0641764538D9}"/>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2/10/2026</a:t>
            </a:fld>
            <a:endParaRPr lang="en-US"/>
          </a:p>
        </p:txBody>
      </p:sp>
      <p:sp>
        <p:nvSpPr>
          <p:cNvPr id="3" name="Footer Placeholder 2">
            <a:extLst>
              <a:ext uri="{FF2B5EF4-FFF2-40B4-BE49-F238E27FC236}">
                <a16:creationId xmlns:a16="http://schemas.microsoft.com/office/drawing/2014/main" id="{478D4052-F0BD-4178-9362-38E0590C7F6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5928ECA-89E2-46C4-B5A6-AC27D4A1F844}"/>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97604930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losing slide - white with text">
    <p:bg>
      <p:bgPr>
        <a:solidFill>
          <a:schemeClr val="bg1"/>
        </a:solidFill>
        <a:effectLst/>
      </p:bgPr>
    </p:bg>
    <p:spTree>
      <p:nvGrpSpPr>
        <p:cNvPr id="1" name=""/>
        <p:cNvGrpSpPr/>
        <p:nvPr/>
      </p:nvGrpSpPr>
      <p:grpSpPr>
        <a:xfrm>
          <a:off x="0" y="0"/>
          <a:ext cx="0" cy="0"/>
          <a:chOff x="0" y="0"/>
          <a:chExt cx="0" cy="0"/>
        </a:xfrm>
      </p:grpSpPr>
      <p:sp>
        <p:nvSpPr>
          <p:cNvPr id="2" name="Text Placeholder 30">
            <a:extLst>
              <a:ext uri="{FF2B5EF4-FFF2-40B4-BE49-F238E27FC236}">
                <a16:creationId xmlns:a16="http://schemas.microsoft.com/office/drawing/2014/main" id="{C2846CA5-DB14-5466-DBFC-397E02DD857F}"/>
              </a:ext>
            </a:extLst>
          </p:cNvPr>
          <p:cNvSpPr>
            <a:spLocks noGrp="1"/>
          </p:cNvSpPr>
          <p:nvPr>
            <p:ph type="body" sz="quarter" idx="10" hasCustomPrompt="1"/>
          </p:nvPr>
        </p:nvSpPr>
        <p:spPr>
          <a:xfrm>
            <a:off x="381000" y="4291004"/>
            <a:ext cx="11430000" cy="457200"/>
          </a:xfrm>
        </p:spPr>
        <p:txBody>
          <a:bodyPr>
            <a:noAutofit/>
          </a:bodyPr>
          <a:lstStyle>
            <a:lvl1pPr marL="57150" indent="0" algn="ctr">
              <a:buNone/>
              <a:defRPr sz="2400">
                <a:solidFill>
                  <a:schemeClr val="tx1"/>
                </a:solidFill>
              </a:defRPr>
            </a:lvl1pPr>
            <a:lvl2pPr marL="457200" indent="0" algn="ctr">
              <a:buNone/>
              <a:defRPr sz="2000">
                <a:solidFill>
                  <a:schemeClr val="bg1"/>
                </a:solidFill>
              </a:defRPr>
            </a:lvl2pPr>
            <a:lvl3pPr marL="800100" indent="0" algn="ctr">
              <a:buNone/>
              <a:defRPr sz="1800">
                <a:solidFill>
                  <a:schemeClr val="bg1"/>
                </a:solidFill>
              </a:defRPr>
            </a:lvl3pPr>
            <a:lvl4pPr marL="1198563" indent="0" algn="ctr">
              <a:buNone/>
              <a:defRPr sz="1600">
                <a:solidFill>
                  <a:schemeClr val="bg1"/>
                </a:solidFill>
              </a:defRPr>
            </a:lvl4pPr>
            <a:lvl5pPr marL="1604962" indent="0" algn="ctr">
              <a:buNone/>
              <a:defRPr sz="1600">
                <a:solidFill>
                  <a:schemeClr val="bg1"/>
                </a:solidFill>
              </a:defRPr>
            </a:lvl5pPr>
          </a:lstStyle>
          <a:p>
            <a:pPr lvl="0"/>
            <a:r>
              <a:rPr lang="en-US" dirty="0"/>
              <a:t>&lt;Call to action&gt;</a:t>
            </a:r>
          </a:p>
        </p:txBody>
      </p:sp>
      <p:pic>
        <p:nvPicPr>
          <p:cNvPr id="7" name="Picture 6">
            <a:extLst>
              <a:ext uri="{FF2B5EF4-FFF2-40B4-BE49-F238E27FC236}">
                <a16:creationId xmlns:a16="http://schemas.microsoft.com/office/drawing/2014/main" id="{DCFC0532-70F2-E64A-6097-039D69CCAC49}"/>
              </a:ext>
            </a:extLst>
          </p:cNvPr>
          <p:cNvPicPr>
            <a:picLocks noChangeAspect="1"/>
          </p:cNvPicPr>
          <p:nvPr userDrawn="1"/>
        </p:nvPicPr>
        <p:blipFill>
          <a:blip r:embed="rId2"/>
          <a:srcRect t="16586" b="16586"/>
          <a:stretch/>
        </p:blipFill>
        <p:spPr>
          <a:xfrm>
            <a:off x="2780836" y="1943100"/>
            <a:ext cx="6629864" cy="2181208"/>
          </a:xfrm>
          <a:prstGeom prst="rect">
            <a:avLst/>
          </a:prstGeom>
        </p:spPr>
      </p:pic>
    </p:spTree>
    <p:extLst>
      <p:ext uri="{BB962C8B-B14F-4D97-AF65-F5344CB8AC3E}">
        <p14:creationId xmlns:p14="http://schemas.microsoft.com/office/powerpoint/2010/main" val="4169529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50" presetClass="entr" presetSubtype="0" decel="100000" fill="hold" nodeType="afterEffect">
                  <p:stCondLst>
                    <p:cond delay="0"/>
                  </p:stCondLst>
                  <p:childTnLst>
                    <p:set>
                      <p:cBhvr>
                        <p:cTn dur="1" fill="hold">
                          <p:stCondLst>
                            <p:cond delay="0"/>
                          </p:stCondLst>
                        </p:cTn>
                        <p:tgtEl>
                          <p:spTgt spid="2"/>
                        </p:tgtEl>
                        <p:attrNameLst>
                          <p:attrName>style.visibility</p:attrName>
                        </p:attrNameLst>
                      </p:cBhvr>
                      <p:to>
                        <p:strVal val="visible"/>
                      </p:to>
                    </p:set>
                    <p:anim calcmode="lin" valueType="num">
                      <p:cBhvr>
                        <p:cTn dur="1000" fill="hold"/>
                        <p:tgtEl>
                          <p:spTgt spid="2"/>
                        </p:tgtEl>
                        <p:attrNameLst>
                          <p:attrName>ppt_w</p:attrName>
                        </p:attrNameLst>
                      </p:cBhvr>
                      <p:tavLst>
                        <p:tav tm="0">
                          <p:val>
                            <p:strVal val="#ppt_w+.3"/>
                          </p:val>
                        </p:tav>
                        <p:tav tm="100000">
                          <p:val>
                            <p:strVal val="#ppt_w"/>
                          </p:val>
                        </p:tav>
                      </p:tavLst>
                    </p:anim>
                    <p:anim calcmode="lin" valueType="num">
                      <p:cBhvr>
                        <p:cTn dur="1000" fill="hold"/>
                        <p:tgtEl>
                          <p:spTgt spid="2"/>
                        </p:tgtEl>
                        <p:attrNameLst>
                          <p:attrName>ppt_h</p:attrName>
                        </p:attrNameLst>
                      </p:cBhvr>
                      <p:tavLst>
                        <p:tav tm="0">
                          <p:val>
                            <p:strVal val="#ppt_h"/>
                          </p:val>
                        </p:tav>
                        <p:tav tm="100000">
                          <p:val>
                            <p:strVal val="#ppt_h"/>
                          </p:val>
                        </p:tav>
                      </p:tavLst>
                    </p:anim>
                    <p:animEffect transition="in" filter="fade">
                      <p:cBhvr>
                        <p:cTn dur="1000"/>
                        <p:tgtEl>
                          <p:spTgt spid="2"/>
                        </p:tgtEl>
                      </p:cBhvr>
                    </p:animEffect>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losing slide - green with text">
    <p:bg>
      <p:bgPr>
        <a:solidFill>
          <a:srgbClr val="006334"/>
        </a:solidFill>
        <a:effectLst/>
      </p:bgPr>
    </p:bg>
    <p:spTree>
      <p:nvGrpSpPr>
        <p:cNvPr id="1" name=""/>
        <p:cNvGrpSpPr/>
        <p:nvPr/>
      </p:nvGrpSpPr>
      <p:grpSpPr>
        <a:xfrm>
          <a:off x="0" y="0"/>
          <a:ext cx="0" cy="0"/>
          <a:chOff x="0" y="0"/>
          <a:chExt cx="0" cy="0"/>
        </a:xfrm>
      </p:grpSpPr>
      <p:sp>
        <p:nvSpPr>
          <p:cNvPr id="5" name="Text Placeholder 30">
            <a:extLst>
              <a:ext uri="{FF2B5EF4-FFF2-40B4-BE49-F238E27FC236}">
                <a16:creationId xmlns:a16="http://schemas.microsoft.com/office/drawing/2014/main" id="{F07D8C78-0B5C-5676-62FD-B6BEDFF5F9A1}"/>
              </a:ext>
            </a:extLst>
          </p:cNvPr>
          <p:cNvSpPr>
            <a:spLocks noGrp="1"/>
          </p:cNvSpPr>
          <p:nvPr>
            <p:ph type="body" sz="quarter" idx="10" hasCustomPrompt="1"/>
          </p:nvPr>
        </p:nvSpPr>
        <p:spPr>
          <a:xfrm>
            <a:off x="381000" y="4291004"/>
            <a:ext cx="11430000" cy="457200"/>
          </a:xfrm>
        </p:spPr>
        <p:txBody>
          <a:bodyPr>
            <a:noAutofit/>
          </a:bodyPr>
          <a:lstStyle>
            <a:lvl1pPr marL="57150" indent="0" algn="ctr">
              <a:buNone/>
              <a:defRPr sz="2400">
                <a:solidFill>
                  <a:schemeClr val="bg1"/>
                </a:solidFill>
              </a:defRPr>
            </a:lvl1pPr>
            <a:lvl2pPr marL="457200" indent="0" algn="ctr">
              <a:buNone/>
              <a:defRPr sz="2000">
                <a:solidFill>
                  <a:schemeClr val="bg1"/>
                </a:solidFill>
              </a:defRPr>
            </a:lvl2pPr>
            <a:lvl3pPr marL="800100" indent="0" algn="ctr">
              <a:buNone/>
              <a:defRPr sz="1800">
                <a:solidFill>
                  <a:schemeClr val="bg1"/>
                </a:solidFill>
              </a:defRPr>
            </a:lvl3pPr>
            <a:lvl4pPr marL="1198563" indent="0" algn="ctr">
              <a:buNone/>
              <a:defRPr sz="1600">
                <a:solidFill>
                  <a:schemeClr val="bg1"/>
                </a:solidFill>
              </a:defRPr>
            </a:lvl4pPr>
            <a:lvl5pPr marL="1604962" indent="0" algn="ctr">
              <a:buNone/>
              <a:defRPr sz="1600">
                <a:solidFill>
                  <a:schemeClr val="bg1"/>
                </a:solidFill>
              </a:defRPr>
            </a:lvl5pPr>
          </a:lstStyle>
          <a:p>
            <a:pPr lvl="0"/>
            <a:r>
              <a:rPr lang="en-US" dirty="0"/>
              <a:t>&lt;Call to action&gt;</a:t>
            </a:r>
          </a:p>
        </p:txBody>
      </p:sp>
      <p:pic>
        <p:nvPicPr>
          <p:cNvPr id="6" name="Picture 5">
            <a:extLst>
              <a:ext uri="{FF2B5EF4-FFF2-40B4-BE49-F238E27FC236}">
                <a16:creationId xmlns:a16="http://schemas.microsoft.com/office/drawing/2014/main" id="{9D607C0F-5DBB-524B-41E3-DB2802376434}"/>
              </a:ext>
            </a:extLst>
          </p:cNvPr>
          <p:cNvPicPr>
            <a:picLocks noChangeAspect="1"/>
          </p:cNvPicPr>
          <p:nvPr userDrawn="1"/>
        </p:nvPicPr>
        <p:blipFill>
          <a:blip r:embed="rId2">
            <a:biLevel thresh="25000"/>
          </a:blip>
          <a:srcRect t="16586" b="16586"/>
          <a:stretch/>
        </p:blipFill>
        <p:spPr>
          <a:xfrm>
            <a:off x="2780836" y="1943100"/>
            <a:ext cx="6629864" cy="2181208"/>
          </a:xfrm>
          <a:prstGeom prst="rect">
            <a:avLst/>
          </a:prstGeom>
        </p:spPr>
      </p:pic>
    </p:spTree>
    <p:extLst>
      <p:ext uri="{BB962C8B-B14F-4D97-AF65-F5344CB8AC3E}">
        <p14:creationId xmlns:p14="http://schemas.microsoft.com/office/powerpoint/2010/main" val="2407570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50" presetClass="entr" presetSubtype="0"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p:cTn dur="1000" fill="hold"/>
                        <p:tgtEl>
                          <p:spTgt spid="5"/>
                        </p:tgtEl>
                        <p:attrNameLst>
                          <p:attrName>ppt_w</p:attrName>
                        </p:attrNameLst>
                      </p:cBhvr>
                      <p:tavLst>
                        <p:tav tm="0">
                          <p:val>
                            <p:strVal val="#ppt_w+.3"/>
                          </p:val>
                        </p:tav>
                        <p:tav tm="100000">
                          <p:val>
                            <p:strVal val="#ppt_w"/>
                          </p:val>
                        </p:tav>
                      </p:tavLst>
                    </p:anim>
                    <p:anim calcmode="lin" valueType="num">
                      <p:cBhvr>
                        <p:cTn dur="1000" fill="hold"/>
                        <p:tgtEl>
                          <p:spTgt spid="5"/>
                        </p:tgtEl>
                        <p:attrNameLst>
                          <p:attrName>ppt_h</p:attrName>
                        </p:attrNameLst>
                      </p:cBhvr>
                      <p:tavLst>
                        <p:tav tm="0">
                          <p:val>
                            <p:strVal val="#ppt_h"/>
                          </p:val>
                        </p:tav>
                        <p:tav tm="100000">
                          <p:val>
                            <p:strVal val="#ppt_h"/>
                          </p:val>
                        </p:tav>
                      </p:tavLst>
                    </p:anim>
                    <p:animEffect transition="in" filter="fade">
                      <p:cBhvr>
                        <p:cTn dur="1000"/>
                        <p:tgtEl>
                          <p:spTgt spid="5"/>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51A1AE-4343-5F2B-09AA-CA6A5FA848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3A2745-A77E-79BE-D0DF-258A0C8FF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67EFB9-0213-63DC-23E2-11B956B68D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17D13-90FF-46CF-AA43-914522B093F4}" type="datetimeFigureOut">
              <a:rPr lang="en-US" smtClean="0"/>
              <a:t>2/10/2026</a:t>
            </a:fld>
            <a:endParaRPr lang="en-US"/>
          </a:p>
        </p:txBody>
      </p:sp>
      <p:sp>
        <p:nvSpPr>
          <p:cNvPr id="5" name="Footer Placeholder 4">
            <a:extLst>
              <a:ext uri="{FF2B5EF4-FFF2-40B4-BE49-F238E27FC236}">
                <a16:creationId xmlns:a16="http://schemas.microsoft.com/office/drawing/2014/main" id="{61F7DAA0-CBF0-DCF7-1FE3-134DF02EE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14738E-02A7-2B9C-D00F-F1F1A64FD0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6571AB-1AB3-45FB-A578-68BC4217A733}" type="slidenum">
              <a:rPr lang="en-US" smtClean="0"/>
              <a:t>‹#›</a:t>
            </a:fld>
            <a:endParaRPr lang="en-US"/>
          </a:p>
        </p:txBody>
      </p:sp>
    </p:spTree>
    <p:extLst>
      <p:ext uri="{BB962C8B-B14F-4D97-AF65-F5344CB8AC3E}">
        <p14:creationId xmlns:p14="http://schemas.microsoft.com/office/powerpoint/2010/main" val="1476614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76144-3494-48F5-912E-6FE667D29BB8}"/>
              </a:ext>
            </a:extLst>
          </p:cNvPr>
          <p:cNvSpPr>
            <a:spLocks noGrp="1"/>
          </p:cNvSpPr>
          <p:nvPr>
            <p:ph type="title"/>
          </p:nvPr>
        </p:nvSpPr>
        <p:spPr>
          <a:xfrm>
            <a:off x="381000" y="228601"/>
            <a:ext cx="11430000" cy="685799"/>
          </a:xfrm>
          <a:prstGeom prst="rect">
            <a:avLst/>
          </a:prstGeom>
        </p:spPr>
        <p:txBody>
          <a:bodyPr vert="horz" lIns="91440" tIns="45720" rIns="9144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212797A-0E14-474C-848E-06912870ADC7}"/>
              </a:ext>
            </a:extLst>
          </p:cNvPr>
          <p:cNvSpPr>
            <a:spLocks noGrp="1"/>
          </p:cNvSpPr>
          <p:nvPr>
            <p:ph type="body" idx="1"/>
          </p:nvPr>
        </p:nvSpPr>
        <p:spPr>
          <a:xfrm>
            <a:off x="381000" y="1143000"/>
            <a:ext cx="11430000" cy="5257800"/>
          </a:xfrm>
          <a:prstGeom prst="rect">
            <a:avLst/>
          </a:prstGeom>
        </p:spPr>
        <p:txBody>
          <a:bodyPr vert="horz"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2A217E-6DDA-4383-B366-A0FA149DB968}"/>
              </a:ext>
            </a:extLst>
          </p:cNvPr>
          <p:cNvSpPr>
            <a:spLocks noGrp="1"/>
          </p:cNvSpPr>
          <p:nvPr>
            <p:ph type="dt" sz="half" idx="2"/>
          </p:nvPr>
        </p:nvSpPr>
        <p:spPr>
          <a:xfrm>
            <a:off x="381000" y="6629400"/>
            <a:ext cx="1371600" cy="114300"/>
          </a:xfrm>
          <a:prstGeom prst="rect">
            <a:avLst/>
          </a:prstGeom>
        </p:spPr>
        <p:txBody>
          <a:bodyPr vert="horz" lIns="91440" tIns="91440" rIns="91440" bIns="91440" rtlCol="0" anchor="ctr" anchorCtr="0"/>
          <a:lstStyle>
            <a:lvl1pPr algn="l">
              <a:defRPr sz="1200">
                <a:solidFill>
                  <a:schemeClr val="tx1"/>
                </a:solidFill>
              </a:defRPr>
            </a:lvl1pPr>
          </a:lstStyle>
          <a:p>
            <a:fld id="{5958763E-B898-436D-883D-03711491D54A}" type="datetimeFigureOut">
              <a:rPr lang="en-US" smtClean="0"/>
              <a:pPr/>
              <a:t>2/10/2026</a:t>
            </a:fld>
            <a:endParaRPr lang="en-US" dirty="0"/>
          </a:p>
        </p:txBody>
      </p:sp>
      <p:sp>
        <p:nvSpPr>
          <p:cNvPr id="5" name="Footer Placeholder 4">
            <a:extLst>
              <a:ext uri="{FF2B5EF4-FFF2-40B4-BE49-F238E27FC236}">
                <a16:creationId xmlns:a16="http://schemas.microsoft.com/office/drawing/2014/main" id="{6DCE200A-1E68-4329-B3DC-2AB4387CCDA1}"/>
              </a:ext>
            </a:extLst>
          </p:cNvPr>
          <p:cNvSpPr>
            <a:spLocks noGrp="1"/>
          </p:cNvSpPr>
          <p:nvPr>
            <p:ph type="ftr" sz="quarter" idx="3"/>
          </p:nvPr>
        </p:nvSpPr>
        <p:spPr>
          <a:xfrm>
            <a:off x="2209800" y="6629401"/>
            <a:ext cx="7772400" cy="114300"/>
          </a:xfrm>
          <a:prstGeom prst="rect">
            <a:avLst/>
          </a:prstGeom>
        </p:spPr>
        <p:txBody>
          <a:bodyPr vert="horz" lIns="91440" tIns="91440" rIns="91440" bIns="91440" rtlCol="0" anchor="ctr" anchorCtr="0"/>
          <a:lstStyle>
            <a:lvl1pPr algn="ct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CB1512A-0CCA-42A8-A940-F6DF060CCBDF}"/>
              </a:ext>
            </a:extLst>
          </p:cNvPr>
          <p:cNvSpPr>
            <a:spLocks noGrp="1"/>
          </p:cNvSpPr>
          <p:nvPr>
            <p:ph type="sldNum" sz="quarter" idx="4"/>
          </p:nvPr>
        </p:nvSpPr>
        <p:spPr>
          <a:xfrm>
            <a:off x="10439400" y="6629400"/>
            <a:ext cx="1371600" cy="114299"/>
          </a:xfrm>
          <a:prstGeom prst="rect">
            <a:avLst/>
          </a:prstGeom>
        </p:spPr>
        <p:txBody>
          <a:bodyPr vert="horz" lIns="91440" tIns="91440" rIns="91440" bIns="91440" rtlCol="0" anchor="ctr" anchorCtr="0"/>
          <a:lstStyle>
            <a:lvl1pPr algn="r">
              <a:defRPr sz="1200">
                <a:solidFill>
                  <a:schemeClr val="tx1"/>
                </a:solidFill>
              </a:defRPr>
            </a:lvl1pPr>
          </a:lstStyle>
          <a:p>
            <a:fld id="{C15D44F4-F215-4E77-8A37-E5924A9890F9}" type="slidenum">
              <a:rPr lang="en-US" smtClean="0"/>
              <a:pPr/>
              <a:t>‹#›</a:t>
            </a:fld>
            <a:endParaRPr lang="en-US"/>
          </a:p>
        </p:txBody>
      </p:sp>
    </p:spTree>
    <p:extLst>
      <p:ext uri="{BB962C8B-B14F-4D97-AF65-F5344CB8AC3E}">
        <p14:creationId xmlns:p14="http://schemas.microsoft.com/office/powerpoint/2010/main" val="2284353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Lst>
  <p:transition>
    <p:fade/>
  </p:transition>
  <p:txStyles>
    <p:titleStyle>
      <a:lvl1pPr algn="l" defTabSz="914400" rtl="0" eaLnBrk="1" latinLnBrk="0" hangingPunct="1">
        <a:lnSpc>
          <a:spcPct val="90000"/>
        </a:lnSpc>
        <a:spcBef>
          <a:spcPct val="0"/>
        </a:spcBef>
        <a:buNone/>
        <a:defRPr sz="3200" b="1" kern="1200" cap="none" baseline="0">
          <a:solidFill>
            <a:schemeClr val="tx1"/>
          </a:solidFill>
          <a:latin typeface="+mj-lt"/>
          <a:ea typeface="+mj-ea"/>
          <a:cs typeface="+mj-cs"/>
        </a:defRPr>
      </a:lvl1pPr>
    </p:titleStyle>
    <p:bodyStyle>
      <a:lvl1pPr marL="347472" indent="-22860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800" kern="1200">
          <a:solidFill>
            <a:schemeClr val="tx1"/>
          </a:solidFill>
          <a:latin typeface="+mn-lt"/>
          <a:ea typeface="+mn-ea"/>
          <a:cs typeface="+mn-cs"/>
        </a:defRPr>
      </a:lvl1pPr>
      <a:lvl2pPr marL="568325" indent="-22860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400" kern="1200">
          <a:solidFill>
            <a:schemeClr val="tx1"/>
          </a:solidFill>
          <a:latin typeface="+mn-lt"/>
          <a:ea typeface="+mn-ea"/>
          <a:cs typeface="+mn-cs"/>
        </a:defRPr>
      </a:lvl2pPr>
      <a:lvl3pPr marL="914400" indent="-231775"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000" kern="1200">
          <a:solidFill>
            <a:schemeClr val="tx1"/>
          </a:solidFill>
          <a:latin typeface="+mn-lt"/>
          <a:ea typeface="+mn-ea"/>
          <a:cs typeface="+mn-cs"/>
        </a:defRPr>
      </a:lvl3pPr>
      <a:lvl4pPr marL="1260475" indent="-230188"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4pPr>
      <a:lvl5pPr marL="1539875" indent="-220663"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orient="horz" pos="144">
          <p15:clr>
            <a:srgbClr val="F26B43"/>
          </p15:clr>
        </p15:guide>
        <p15:guide id="22" orient="horz" pos="4176">
          <p15:clr>
            <a:srgbClr val="F26B43"/>
          </p15:clr>
        </p15:guide>
        <p15:guide id="23" pos="240">
          <p15:clr>
            <a:srgbClr val="F26B43"/>
          </p15:clr>
        </p15:guide>
        <p15:guide id="24"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hyperlink" Target="https://www.sporcle.com/games/classicfumbles/history-of-computing-hardware"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sporcle.com/games/lfchockey/computer_hardware" TargetMode="External"/><Relationship Id="rId2" Type="http://schemas.openxmlformats.org/officeDocument/2006/relationships/hyperlink" Target="https://www.sporcle.com/games/CourtneyKoeller/computer-hardware" TargetMode="External"/><Relationship Id="rId1" Type="http://schemas.openxmlformats.org/officeDocument/2006/relationships/slideLayout" Target="../slideLayouts/slideLayout3.xml"/><Relationship Id="rId4" Type="http://schemas.openxmlformats.org/officeDocument/2006/relationships/hyperlink" Target="https://www.sporcle.com/games/hellofromUK/connector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tinkercad.com/learn/overview/OT2JZ1PL20FZRM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7.xml"/><Relationship Id="rId1" Type="http://schemas.openxmlformats.org/officeDocument/2006/relationships/video" Target="https://www.youtube.com/embed/AdF2uk-EscE?feature=oembed"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7.xml"/><Relationship Id="rId1" Type="http://schemas.openxmlformats.org/officeDocument/2006/relationships/video" Target="https://www.youtube.com/embed/zDNaUi2cjv4?feature=oembed"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hyperlink" Target="https://learningcontent.cisco.com/games/binary/index.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31.xml.rels><?xml version="1.0" encoding="UTF-8" standalone="yes"?>
<Relationships xmlns="http://schemas.openxmlformats.org/package/2006/relationships"><Relationship Id="rId3" Type="http://schemas.openxmlformats.org/officeDocument/2006/relationships/hyperlink" Target="https://nandgame.com/"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35A7-8A5D-47B4-1D8A-A377F0507C2F}"/>
              </a:ext>
            </a:extLst>
          </p:cNvPr>
          <p:cNvSpPr>
            <a:spLocks noGrp="1"/>
          </p:cNvSpPr>
          <p:nvPr>
            <p:ph type="ctrTitle"/>
          </p:nvPr>
        </p:nvSpPr>
        <p:spPr/>
        <p:txBody>
          <a:bodyPr/>
          <a:lstStyle/>
          <a:p>
            <a:r>
              <a:rPr lang="en-US" dirty="0"/>
              <a:t>Computer Hardware</a:t>
            </a:r>
          </a:p>
        </p:txBody>
      </p:sp>
      <p:sp>
        <p:nvSpPr>
          <p:cNvPr id="3" name="Subtitle 2">
            <a:extLst>
              <a:ext uri="{FF2B5EF4-FFF2-40B4-BE49-F238E27FC236}">
                <a16:creationId xmlns:a16="http://schemas.microsoft.com/office/drawing/2014/main" id="{20B2CABF-3779-173D-070E-7D8024EFDE88}"/>
              </a:ext>
            </a:extLst>
          </p:cNvPr>
          <p:cNvSpPr>
            <a:spLocks noGrp="1"/>
          </p:cNvSpPr>
          <p:nvPr>
            <p:ph type="subTitle" idx="1"/>
          </p:nvPr>
        </p:nvSpPr>
        <p:spPr/>
        <p:txBody>
          <a:bodyPr/>
          <a:lstStyle/>
          <a:p>
            <a:r>
              <a:rPr lang="en-US" dirty="0"/>
              <a:t>MCCCC</a:t>
            </a:r>
          </a:p>
        </p:txBody>
      </p:sp>
    </p:spTree>
    <p:extLst>
      <p:ext uri="{BB962C8B-B14F-4D97-AF65-F5344CB8AC3E}">
        <p14:creationId xmlns:p14="http://schemas.microsoft.com/office/powerpoint/2010/main" val="1264615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73173-DBC9-9C74-1004-BBE1D38C4AF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D1989D4E-B313-4A19-C915-9A36972743B0}"/>
              </a:ext>
            </a:extLst>
          </p:cNvPr>
          <p:cNvSpPr>
            <a:spLocks noGrp="1"/>
          </p:cNvSpPr>
          <p:nvPr>
            <p:ph idx="1"/>
          </p:nvPr>
        </p:nvSpPr>
        <p:spPr/>
        <p:txBody>
          <a:bodyPr/>
          <a:lstStyle/>
          <a:p>
            <a:r>
              <a:rPr lang="en-US" dirty="0"/>
              <a:t>HARDWARE HISTORY</a:t>
            </a:r>
          </a:p>
          <a:p>
            <a:r>
              <a:rPr lang="en-US" dirty="0"/>
              <a:t>PARTS OF A COMPUTER</a:t>
            </a:r>
          </a:p>
          <a:p>
            <a:r>
              <a:rPr lang="en-US" dirty="0"/>
              <a:t>CIRCUITS</a:t>
            </a:r>
          </a:p>
          <a:p>
            <a:r>
              <a:rPr lang="en-US" dirty="0"/>
              <a:t>BINARY DATA</a:t>
            </a:r>
          </a:p>
          <a:p>
            <a:r>
              <a:rPr lang="en-US" dirty="0"/>
              <a:t>LOGIC GATES</a:t>
            </a:r>
          </a:p>
        </p:txBody>
      </p:sp>
      <p:sp>
        <p:nvSpPr>
          <p:cNvPr id="4" name="Text Placeholder 3">
            <a:extLst>
              <a:ext uri="{FF2B5EF4-FFF2-40B4-BE49-F238E27FC236}">
                <a16:creationId xmlns:a16="http://schemas.microsoft.com/office/drawing/2014/main" id="{4954B8F7-6DB4-BA8E-1C5B-2BB60CCC52B3}"/>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90756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BA5B-C93F-154A-F4DB-6D5D4C6D77E4}"/>
              </a:ext>
            </a:extLst>
          </p:cNvPr>
          <p:cNvSpPr>
            <a:spLocks noGrp="1"/>
          </p:cNvSpPr>
          <p:nvPr>
            <p:ph type="title"/>
          </p:nvPr>
        </p:nvSpPr>
        <p:spPr/>
        <p:txBody>
          <a:bodyPr/>
          <a:lstStyle/>
          <a:p>
            <a:r>
              <a:rPr lang="en-US" dirty="0"/>
              <a:t>HARDWARE HISTORY</a:t>
            </a:r>
          </a:p>
        </p:txBody>
      </p:sp>
      <p:sp>
        <p:nvSpPr>
          <p:cNvPr id="3" name="Text Placeholder 2">
            <a:extLst>
              <a:ext uri="{FF2B5EF4-FFF2-40B4-BE49-F238E27FC236}">
                <a16:creationId xmlns:a16="http://schemas.microsoft.com/office/drawing/2014/main" id="{83BDCCB1-4E61-7C39-7C5E-378489337BDA}"/>
              </a:ext>
            </a:extLst>
          </p:cNvPr>
          <p:cNvSpPr>
            <a:spLocks noGrp="1"/>
          </p:cNvSpPr>
          <p:nvPr>
            <p:ph type="body" idx="1"/>
          </p:nvPr>
        </p:nvSpPr>
        <p:spPr/>
        <p:txBody>
          <a:bodyPr/>
          <a:lstStyle/>
          <a:p>
            <a:r>
              <a:rPr lang="en-US" dirty="0"/>
              <a:t>2400BC–2026AD | </a:t>
            </a:r>
            <a:r>
              <a:rPr lang="en-US" dirty="0" err="1">
                <a:hlinkClick r:id="rId2"/>
              </a:rPr>
              <a:t>Sporcle</a:t>
            </a:r>
            <a:endParaRPr lang="en-US" dirty="0"/>
          </a:p>
        </p:txBody>
      </p:sp>
    </p:spTree>
    <p:extLst>
      <p:ext uri="{BB962C8B-B14F-4D97-AF65-F5344CB8AC3E}">
        <p14:creationId xmlns:p14="http://schemas.microsoft.com/office/powerpoint/2010/main" val="758578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9C284-8F8D-D2E9-8B70-346B59059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E97C4-3772-5B12-6520-35115C2B0C99}"/>
              </a:ext>
            </a:extLst>
          </p:cNvPr>
          <p:cNvSpPr>
            <a:spLocks noGrp="1"/>
          </p:cNvSpPr>
          <p:nvPr>
            <p:ph type="title"/>
          </p:nvPr>
        </p:nvSpPr>
        <p:spPr/>
        <p:txBody>
          <a:bodyPr/>
          <a:lstStyle/>
          <a:p>
            <a:r>
              <a:rPr lang="en-US" dirty="0"/>
              <a:t>Hardware History Gallery</a:t>
            </a:r>
          </a:p>
        </p:txBody>
      </p:sp>
      <p:pic>
        <p:nvPicPr>
          <p:cNvPr id="9218" name="Picture 2" descr="History of computing hardware - Wikipedia">
            <a:extLst>
              <a:ext uri="{FF2B5EF4-FFF2-40B4-BE49-F238E27FC236}">
                <a16:creationId xmlns:a16="http://schemas.microsoft.com/office/drawing/2014/main" id="{85B8FF74-EB87-3C41-832C-1CCCC2BF2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004" y="1832942"/>
            <a:ext cx="6097824" cy="4659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581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4B17-0893-B6A6-C341-53CE6D01E670}"/>
            </a:ext>
          </a:extLst>
        </p:cNvPr>
        <p:cNvGrpSpPr/>
        <p:nvPr/>
      </p:nvGrpSpPr>
      <p:grpSpPr>
        <a:xfrm>
          <a:off x="0" y="0"/>
          <a:ext cx="0" cy="0"/>
          <a:chOff x="0" y="0"/>
          <a:chExt cx="0" cy="0"/>
        </a:xfrm>
      </p:grpSpPr>
      <p:pic>
        <p:nvPicPr>
          <p:cNvPr id="10242" name="Picture 2" descr="undefined">
            <a:extLst>
              <a:ext uri="{FF2B5EF4-FFF2-40B4-BE49-F238E27FC236}">
                <a16:creationId xmlns:a16="http://schemas.microsoft.com/office/drawing/2014/main" id="{51666E2A-3FD4-0211-99DF-C01B1E6CF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49" y="0"/>
            <a:ext cx="8648701"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58B9AE39-3748-C665-84DC-991C476E9CE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05557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AECE8-35D9-FAD3-4CD7-F126949DA031}"/>
            </a:ext>
          </a:extLst>
        </p:cNvPr>
        <p:cNvGrpSpPr/>
        <p:nvPr/>
      </p:nvGrpSpPr>
      <p:grpSpPr>
        <a:xfrm>
          <a:off x="0" y="0"/>
          <a:ext cx="0" cy="0"/>
          <a:chOff x="0" y="0"/>
          <a:chExt cx="0" cy="0"/>
        </a:xfrm>
      </p:grpSpPr>
      <p:pic>
        <p:nvPicPr>
          <p:cNvPr id="11266" name="Picture 2" descr="History of computers: Timeline of key events &amp; technological breakthroughs  | Live Science">
            <a:extLst>
              <a:ext uri="{FF2B5EF4-FFF2-40B4-BE49-F238E27FC236}">
                <a16:creationId xmlns:a16="http://schemas.microsoft.com/office/drawing/2014/main" id="{BD510DCC-2C14-F487-BCB8-F242993CF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811C514-FD4C-BE0B-A53D-C95DEC796CA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522070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2D2971-4B7C-FA38-A5C6-75B61F4A5B3E}"/>
              </a:ext>
            </a:extLst>
          </p:cNvPr>
          <p:cNvPicPr>
            <a:picLocks noChangeAspect="1"/>
          </p:cNvPicPr>
          <p:nvPr/>
        </p:nvPicPr>
        <p:blipFill>
          <a:blip r:embed="rId2"/>
          <a:stretch>
            <a:fillRect/>
          </a:stretch>
        </p:blipFill>
        <p:spPr>
          <a:xfrm>
            <a:off x="1341782" y="0"/>
            <a:ext cx="9508435" cy="6858000"/>
          </a:xfrm>
          <a:prstGeom prst="rect">
            <a:avLst/>
          </a:prstGeom>
        </p:spPr>
      </p:pic>
      <p:sp>
        <p:nvSpPr>
          <p:cNvPr id="6" name="Title 5">
            <a:extLst>
              <a:ext uri="{FF2B5EF4-FFF2-40B4-BE49-F238E27FC236}">
                <a16:creationId xmlns:a16="http://schemas.microsoft.com/office/drawing/2014/main" id="{E87CA3B7-393A-11F0-77CF-ED647B0B6DD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727368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BM DATACENTER [NY, 1960s?] : r/RetroFuturism">
            <a:extLst>
              <a:ext uri="{FF2B5EF4-FFF2-40B4-BE49-F238E27FC236}">
                <a16:creationId xmlns:a16="http://schemas.microsoft.com/office/drawing/2014/main" id="{FB66C12E-1361-8905-C2CD-66774CB23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0"/>
            <a:ext cx="1091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166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istory of personal computers - Wikipedia">
            <a:extLst>
              <a:ext uri="{FF2B5EF4-FFF2-40B4-BE49-F238E27FC236}">
                <a16:creationId xmlns:a16="http://schemas.microsoft.com/office/drawing/2014/main" id="{4BDBBBBD-5891-E962-B52D-0A43A1EA2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5098" y="2891141"/>
            <a:ext cx="476250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75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r/vintagecomputing - A man attempted to transfer files from his Commodore 64 to his Apple computer. 1984">
            <a:extLst>
              <a:ext uri="{FF2B5EF4-FFF2-40B4-BE49-F238E27FC236}">
                <a16:creationId xmlns:a16="http://schemas.microsoft.com/office/drawing/2014/main" id="{44992FD7-F612-E142-C203-4AE3868F6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0"/>
            <a:ext cx="100203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5451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962E-9248-BBBC-91B6-B7E9093CC0A9}"/>
            </a:ext>
          </a:extLst>
        </p:cNvPr>
        <p:cNvGrpSpPr/>
        <p:nvPr/>
      </p:nvGrpSpPr>
      <p:grpSpPr>
        <a:xfrm>
          <a:off x="0" y="0"/>
          <a:ext cx="0" cy="0"/>
          <a:chOff x="0" y="0"/>
          <a:chExt cx="0" cy="0"/>
        </a:xfrm>
      </p:grpSpPr>
      <p:pic>
        <p:nvPicPr>
          <p:cNvPr id="12290" name="Picture 2" descr="History | History of Computers">
            <a:extLst>
              <a:ext uri="{FF2B5EF4-FFF2-40B4-BE49-F238E27FC236}">
                <a16:creationId xmlns:a16="http://schemas.microsoft.com/office/drawing/2014/main" id="{712D597D-B8EF-2211-9B41-85DC68CB2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587" y="0"/>
            <a:ext cx="73437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98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4E33-0EFD-120A-79F3-5383256FD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BA802-2D81-7F32-4ABF-6F5894BA7CC8}"/>
              </a:ext>
            </a:extLst>
          </p:cNvPr>
          <p:cNvSpPr>
            <a:spLocks noGrp="1"/>
          </p:cNvSpPr>
          <p:nvPr>
            <p:ph type="title"/>
          </p:nvPr>
        </p:nvSpPr>
        <p:spPr/>
        <p:txBody>
          <a:bodyPr/>
          <a:lstStyle/>
          <a:p>
            <a:r>
              <a:rPr lang="en-US" dirty="0"/>
              <a:t>PARTS OF A COMPUTER</a:t>
            </a:r>
          </a:p>
        </p:txBody>
      </p:sp>
      <p:sp>
        <p:nvSpPr>
          <p:cNvPr id="3" name="Text Placeholder 2">
            <a:extLst>
              <a:ext uri="{FF2B5EF4-FFF2-40B4-BE49-F238E27FC236}">
                <a16:creationId xmlns:a16="http://schemas.microsoft.com/office/drawing/2014/main" id="{B5883CA0-B157-7245-2A52-E4D2CD15F260}"/>
              </a:ext>
            </a:extLst>
          </p:cNvPr>
          <p:cNvSpPr>
            <a:spLocks noGrp="1"/>
          </p:cNvSpPr>
          <p:nvPr>
            <p:ph type="body" idx="1"/>
          </p:nvPr>
        </p:nvSpPr>
        <p:spPr/>
        <p:txBody>
          <a:bodyPr/>
          <a:lstStyle/>
          <a:p>
            <a:r>
              <a:rPr lang="en-US" dirty="0">
                <a:hlinkClick r:id="rId2"/>
              </a:rPr>
              <a:t>Simple</a:t>
            </a:r>
            <a:r>
              <a:rPr lang="en-US" dirty="0"/>
              <a:t> | </a:t>
            </a:r>
            <a:r>
              <a:rPr lang="en-US" dirty="0">
                <a:hlinkClick r:id="rId3"/>
              </a:rPr>
              <a:t>Complex</a:t>
            </a:r>
            <a:r>
              <a:rPr lang="en-US" dirty="0"/>
              <a:t> | </a:t>
            </a:r>
            <a:r>
              <a:rPr lang="en-US" dirty="0">
                <a:hlinkClick r:id="rId4"/>
              </a:rPr>
              <a:t>Connectors</a:t>
            </a:r>
            <a:endParaRPr lang="en-US" dirty="0"/>
          </a:p>
        </p:txBody>
      </p:sp>
    </p:spTree>
    <p:extLst>
      <p:ext uri="{BB962C8B-B14F-4D97-AF65-F5344CB8AC3E}">
        <p14:creationId xmlns:p14="http://schemas.microsoft.com/office/powerpoint/2010/main" val="2183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BF395-1D39-D0A2-45F7-86BBC4A0B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64D40-4F4E-4E2F-52E2-4E2A68DA9278}"/>
              </a:ext>
            </a:extLst>
          </p:cNvPr>
          <p:cNvSpPr>
            <a:spLocks noGrp="1"/>
          </p:cNvSpPr>
          <p:nvPr>
            <p:ph type="title"/>
          </p:nvPr>
        </p:nvSpPr>
        <p:spPr/>
        <p:txBody>
          <a:bodyPr/>
          <a:lstStyle/>
          <a:p>
            <a:r>
              <a:rPr lang="en-US" dirty="0"/>
              <a:t>ELECTRONIC CIRCUITS</a:t>
            </a:r>
          </a:p>
        </p:txBody>
      </p:sp>
      <p:sp>
        <p:nvSpPr>
          <p:cNvPr id="3" name="Text Placeholder 2">
            <a:extLst>
              <a:ext uri="{FF2B5EF4-FFF2-40B4-BE49-F238E27FC236}">
                <a16:creationId xmlns:a16="http://schemas.microsoft.com/office/drawing/2014/main" id="{0F754687-F071-CAAC-9C81-6F20D353CAE7}"/>
              </a:ext>
            </a:extLst>
          </p:cNvPr>
          <p:cNvSpPr>
            <a:spLocks noGrp="1"/>
          </p:cNvSpPr>
          <p:nvPr>
            <p:ph type="body" idx="1"/>
          </p:nvPr>
        </p:nvSpPr>
        <p:spPr/>
        <p:txBody>
          <a:bodyPr/>
          <a:lstStyle/>
          <a:p>
            <a:r>
              <a:rPr lang="en-US" dirty="0"/>
              <a:t>Parts of parts of a computer</a:t>
            </a:r>
          </a:p>
        </p:txBody>
      </p:sp>
    </p:spTree>
    <p:extLst>
      <p:ext uri="{BB962C8B-B14F-4D97-AF65-F5344CB8AC3E}">
        <p14:creationId xmlns:p14="http://schemas.microsoft.com/office/powerpoint/2010/main" val="2680535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Electric Circuit - GeeksforGeeks">
            <a:extLst>
              <a:ext uri="{FF2B5EF4-FFF2-40B4-BE49-F238E27FC236}">
                <a16:creationId xmlns:a16="http://schemas.microsoft.com/office/drawing/2014/main" id="{97DD39EC-8811-8D7B-C49A-04A9341C9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862138"/>
            <a:ext cx="6667500" cy="313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288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EBF2-3986-BD80-2D9E-D5169149AE85}"/>
              </a:ext>
            </a:extLst>
          </p:cNvPr>
          <p:cNvSpPr>
            <a:spLocks noGrp="1"/>
          </p:cNvSpPr>
          <p:nvPr>
            <p:ph type="title"/>
          </p:nvPr>
        </p:nvSpPr>
        <p:spPr/>
        <p:txBody>
          <a:bodyPr/>
          <a:lstStyle/>
          <a:p>
            <a:r>
              <a:rPr lang="en-US" dirty="0">
                <a:solidFill>
                  <a:schemeClr val="accent2"/>
                </a:solidFill>
              </a:rPr>
              <a:t>Electronic Components</a:t>
            </a:r>
          </a:p>
        </p:txBody>
      </p:sp>
      <p:sp>
        <p:nvSpPr>
          <p:cNvPr id="3" name="Content Placeholder 2">
            <a:extLst>
              <a:ext uri="{FF2B5EF4-FFF2-40B4-BE49-F238E27FC236}">
                <a16:creationId xmlns:a16="http://schemas.microsoft.com/office/drawing/2014/main" id="{889208F5-D1D0-4C5C-0DA8-A5CBECD269FE}"/>
              </a:ext>
            </a:extLst>
          </p:cNvPr>
          <p:cNvSpPr>
            <a:spLocks noGrp="1"/>
          </p:cNvSpPr>
          <p:nvPr>
            <p:ph idx="1"/>
          </p:nvPr>
        </p:nvSpPr>
        <p:spPr>
          <a:xfrm>
            <a:off x="838200" y="1825625"/>
            <a:ext cx="4437888" cy="4351338"/>
          </a:xfrm>
        </p:spPr>
        <p:txBody>
          <a:bodyPr>
            <a:normAutofit/>
          </a:bodyPr>
          <a:lstStyle/>
          <a:p>
            <a:pPr marL="0" indent="0">
              <a:buNone/>
            </a:pPr>
            <a:r>
              <a:rPr lang="en-US" sz="3600" dirty="0">
                <a:solidFill>
                  <a:schemeClr val="accent3"/>
                </a:solidFill>
              </a:rPr>
              <a:t>🔋Battery (</a:t>
            </a:r>
            <a:r>
              <a:rPr lang="en-US" sz="3600" b="1" dirty="0">
                <a:solidFill>
                  <a:srgbClr val="FF0000"/>
                </a:solidFill>
              </a:rPr>
              <a:t>+</a:t>
            </a:r>
            <a:r>
              <a:rPr lang="en-US" sz="3600" dirty="0">
                <a:solidFill>
                  <a:schemeClr val="accent3"/>
                </a:solidFill>
              </a:rPr>
              <a:t> and </a:t>
            </a:r>
            <a:r>
              <a:rPr lang="en-US" sz="3600" b="1" dirty="0"/>
              <a:t>-</a:t>
            </a:r>
            <a:r>
              <a:rPr lang="en-US" sz="3600" dirty="0">
                <a:solidFill>
                  <a:schemeClr val="accent3"/>
                </a:solidFill>
              </a:rPr>
              <a:t>)</a:t>
            </a:r>
          </a:p>
          <a:p>
            <a:pPr marL="0" indent="0">
              <a:buNone/>
            </a:pPr>
            <a:endParaRPr lang="en-US" sz="3600" dirty="0">
              <a:solidFill>
                <a:schemeClr val="accent3"/>
              </a:solidFill>
            </a:endParaRPr>
          </a:p>
          <a:p>
            <a:pPr marL="0" indent="0">
              <a:buNone/>
            </a:pPr>
            <a:r>
              <a:rPr lang="en-US" sz="3600" dirty="0">
                <a:solidFill>
                  <a:schemeClr val="accent3"/>
                </a:solidFill>
              </a:rPr>
              <a:t>🚨 Light</a:t>
            </a:r>
          </a:p>
          <a:p>
            <a:pPr marL="0" indent="0">
              <a:buNone/>
            </a:pPr>
            <a:endParaRPr lang="en-US" sz="3600" dirty="0">
              <a:solidFill>
                <a:schemeClr val="accent3"/>
              </a:solidFill>
            </a:endParaRPr>
          </a:p>
          <a:p>
            <a:pPr marL="0" indent="0">
              <a:buNone/>
            </a:pPr>
            <a:r>
              <a:rPr lang="en-US" sz="3600" dirty="0">
                <a:solidFill>
                  <a:schemeClr val="accent3"/>
                </a:solidFill>
              </a:rPr>
              <a:t>🔛📴 Switch</a:t>
            </a:r>
          </a:p>
          <a:p>
            <a:pPr marL="0" indent="0">
              <a:buNone/>
            </a:pPr>
            <a:endParaRPr lang="en-US" sz="3600" dirty="0">
              <a:solidFill>
                <a:schemeClr val="accent3"/>
              </a:solidFill>
            </a:endParaRPr>
          </a:p>
          <a:p>
            <a:pPr marL="0" indent="0">
              <a:buNone/>
            </a:pPr>
            <a:r>
              <a:rPr lang="en-US" sz="3600" dirty="0">
                <a:solidFill>
                  <a:schemeClr val="accent3"/>
                </a:solidFill>
              </a:rPr>
              <a:t>Resistors</a:t>
            </a:r>
          </a:p>
        </p:txBody>
      </p:sp>
      <p:pic>
        <p:nvPicPr>
          <p:cNvPr id="8194" name="Picture 2" descr="What Is A Resistor And What Does It Do?">
            <a:extLst>
              <a:ext uri="{FF2B5EF4-FFF2-40B4-BE49-F238E27FC236}">
                <a16:creationId xmlns:a16="http://schemas.microsoft.com/office/drawing/2014/main" id="{D2B1379D-B13E-0337-82DE-997BCC05C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5268" y="3199390"/>
            <a:ext cx="7188740" cy="3194216"/>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76422998-E35F-3251-8A22-4774648C936E}"/>
              </a:ext>
            </a:extLst>
          </p:cNvPr>
          <p:cNvSpPr/>
          <p:nvPr/>
        </p:nvSpPr>
        <p:spPr>
          <a:xfrm>
            <a:off x="6272784" y="3429000"/>
            <a:ext cx="777240" cy="338328"/>
          </a:xfrm>
          <a:prstGeom prst="ellipse">
            <a:avLst/>
          </a:prstGeom>
          <a:noFill/>
          <a:ln w="571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ED095960-402B-AD37-9EF7-D8A1A8CC127A}"/>
              </a:ext>
            </a:extLst>
          </p:cNvPr>
          <p:cNvSpPr/>
          <p:nvPr/>
        </p:nvSpPr>
        <p:spPr>
          <a:xfrm>
            <a:off x="9063552" y="3429000"/>
            <a:ext cx="777240" cy="338328"/>
          </a:xfrm>
          <a:prstGeom prst="ellipse">
            <a:avLst/>
          </a:prstGeom>
          <a:noFill/>
          <a:ln w="571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8996734-BDB5-F91C-00F4-0461D5F9D8E8}"/>
              </a:ext>
            </a:extLst>
          </p:cNvPr>
          <p:cNvSpPr txBox="1"/>
          <p:nvPr/>
        </p:nvSpPr>
        <p:spPr>
          <a:xfrm>
            <a:off x="8211312" y="1453896"/>
            <a:ext cx="3491020" cy="369332"/>
          </a:xfrm>
          <a:prstGeom prst="rect">
            <a:avLst/>
          </a:prstGeom>
          <a:noFill/>
        </p:spPr>
        <p:txBody>
          <a:bodyPr wrap="none" rtlCol="0">
            <a:spAutoFit/>
          </a:bodyPr>
          <a:lstStyle/>
          <a:p>
            <a:r>
              <a:rPr lang="en-US" dirty="0">
                <a:solidFill>
                  <a:schemeClr val="accent3"/>
                </a:solidFill>
              </a:rPr>
              <a:t>Motors, controllers, boards, </a:t>
            </a:r>
            <a:r>
              <a:rPr lang="en-US" dirty="0" err="1">
                <a:solidFill>
                  <a:schemeClr val="accent3"/>
                </a:solidFill>
              </a:rPr>
              <a:t>etc</a:t>
            </a:r>
            <a:r>
              <a:rPr lang="en-US" dirty="0">
                <a:solidFill>
                  <a:schemeClr val="accent3"/>
                </a:solidFill>
              </a:rPr>
              <a:t>…</a:t>
            </a:r>
          </a:p>
        </p:txBody>
      </p:sp>
    </p:spTree>
    <p:extLst>
      <p:ext uri="{BB962C8B-B14F-4D97-AF65-F5344CB8AC3E}">
        <p14:creationId xmlns:p14="http://schemas.microsoft.com/office/powerpoint/2010/main" val="396716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94"/>
                                        </p:tgtEl>
                                        <p:attrNameLst>
                                          <p:attrName>style.visibility</p:attrName>
                                        </p:attrNameLst>
                                      </p:cBhvr>
                                      <p:to>
                                        <p:strVal val="visible"/>
                                      </p:to>
                                    </p:set>
                                    <p:animEffect transition="in" filter="fade">
                                      <p:cBhvr>
                                        <p:cTn id="27" dur="500"/>
                                        <p:tgtEl>
                                          <p:spTgt spid="819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3F70E-3070-0563-FB4F-4126749C93E0}"/>
              </a:ext>
            </a:extLst>
          </p:cNvPr>
          <p:cNvSpPr>
            <a:spLocks noGrp="1"/>
          </p:cNvSpPr>
          <p:nvPr>
            <p:ph type="title"/>
          </p:nvPr>
        </p:nvSpPr>
        <p:spPr/>
        <p:txBody>
          <a:bodyPr/>
          <a:lstStyle/>
          <a:p>
            <a:r>
              <a:rPr lang="en-US" dirty="0"/>
              <a:t>ACTIVITY: Simulating Circuits with </a:t>
            </a:r>
            <a:r>
              <a:rPr lang="en-US" dirty="0" err="1"/>
              <a:t>Tinkercad</a:t>
            </a:r>
            <a:endParaRPr lang="en-US" dirty="0"/>
          </a:p>
        </p:txBody>
      </p:sp>
      <p:sp>
        <p:nvSpPr>
          <p:cNvPr id="3" name="Content Placeholder 2">
            <a:extLst>
              <a:ext uri="{FF2B5EF4-FFF2-40B4-BE49-F238E27FC236}">
                <a16:creationId xmlns:a16="http://schemas.microsoft.com/office/drawing/2014/main" id="{BE6EC374-439A-CBCE-46C2-D0D770FA1EEE}"/>
              </a:ext>
            </a:extLst>
          </p:cNvPr>
          <p:cNvSpPr>
            <a:spLocks noGrp="1"/>
          </p:cNvSpPr>
          <p:nvPr>
            <p:ph idx="1"/>
          </p:nvPr>
        </p:nvSpPr>
        <p:spPr/>
        <p:txBody>
          <a:bodyPr/>
          <a:lstStyle/>
          <a:p>
            <a:pPr marL="0" indent="0">
              <a:buNone/>
            </a:pPr>
            <a:r>
              <a:rPr lang="en-US" dirty="0">
                <a:hlinkClick r:id="rId2"/>
              </a:rPr>
              <a:t>Start Simulating</a:t>
            </a:r>
            <a:endParaRPr lang="en-US" dirty="0"/>
          </a:p>
        </p:txBody>
      </p:sp>
    </p:spTree>
    <p:extLst>
      <p:ext uri="{BB962C8B-B14F-4D97-AF65-F5344CB8AC3E}">
        <p14:creationId xmlns:p14="http://schemas.microsoft.com/office/powerpoint/2010/main" val="168906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454B4-1ACA-94CC-CB5F-7BBE6686FCC3}"/>
              </a:ext>
            </a:extLst>
          </p:cNvPr>
          <p:cNvSpPr>
            <a:spLocks noGrp="1"/>
          </p:cNvSpPr>
          <p:nvPr>
            <p:ph type="ctrTitle"/>
          </p:nvPr>
        </p:nvSpPr>
        <p:spPr/>
        <p:txBody>
          <a:bodyPr/>
          <a:lstStyle/>
          <a:p>
            <a:r>
              <a:rPr lang="en-US" dirty="0"/>
              <a:t>Break Time</a:t>
            </a:r>
          </a:p>
        </p:txBody>
      </p:sp>
      <p:sp>
        <p:nvSpPr>
          <p:cNvPr id="3" name="Subtitle 2">
            <a:extLst>
              <a:ext uri="{FF2B5EF4-FFF2-40B4-BE49-F238E27FC236}">
                <a16:creationId xmlns:a16="http://schemas.microsoft.com/office/drawing/2014/main" id="{4E388BD3-29B3-B69C-31E0-3C1B802E21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5353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8BF4-194E-FBAC-4A49-54128001D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E6817-2B3E-A741-8CD6-F3CE8860770F}"/>
              </a:ext>
            </a:extLst>
          </p:cNvPr>
          <p:cNvSpPr>
            <a:spLocks noGrp="1"/>
          </p:cNvSpPr>
          <p:nvPr>
            <p:ph type="title"/>
          </p:nvPr>
        </p:nvSpPr>
        <p:spPr/>
        <p:txBody>
          <a:bodyPr/>
          <a:lstStyle/>
          <a:p>
            <a:r>
              <a:rPr lang="en-US" dirty="0"/>
              <a:t>BINARY DATA</a:t>
            </a:r>
          </a:p>
        </p:txBody>
      </p:sp>
      <p:sp>
        <p:nvSpPr>
          <p:cNvPr id="3" name="Text Placeholder 2">
            <a:extLst>
              <a:ext uri="{FF2B5EF4-FFF2-40B4-BE49-F238E27FC236}">
                <a16:creationId xmlns:a16="http://schemas.microsoft.com/office/drawing/2014/main" id="{16DBE739-EF8C-79C4-9D6C-15D488FE7C9C}"/>
              </a:ext>
            </a:extLst>
          </p:cNvPr>
          <p:cNvSpPr>
            <a:spLocks noGrp="1"/>
          </p:cNvSpPr>
          <p:nvPr>
            <p:ph type="body" idx="1"/>
          </p:nvPr>
        </p:nvSpPr>
        <p:spPr/>
        <p:txBody>
          <a:bodyPr/>
          <a:lstStyle/>
          <a:p>
            <a:r>
              <a:rPr lang="en-US" dirty="0"/>
              <a:t>Building blocks of all things</a:t>
            </a:r>
          </a:p>
        </p:txBody>
      </p:sp>
    </p:spTree>
    <p:extLst>
      <p:ext uri="{BB962C8B-B14F-4D97-AF65-F5344CB8AC3E}">
        <p14:creationId xmlns:p14="http://schemas.microsoft.com/office/powerpoint/2010/main" val="4016133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The Digital Computer (Bits and Bytes, Episode 1)">
            <a:hlinkClick r:id="" action="ppaction://media"/>
            <a:extLst>
              <a:ext uri="{FF2B5EF4-FFF2-40B4-BE49-F238E27FC236}">
                <a16:creationId xmlns:a16="http://schemas.microsoft.com/office/drawing/2014/main" id="{9026D3A7-D998-3CA1-D540-34E0286F766C}"/>
              </a:ext>
            </a:extLst>
          </p:cNvPr>
          <p:cNvPicPr>
            <a:picLocks noRot="1" noChangeAspect="1"/>
          </p:cNvPicPr>
          <p:nvPr>
            <a:videoFile r:link="rId1"/>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259580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F9795D-E87A-8DAC-34DF-6CA1BE3E9E3F}"/>
              </a:ext>
            </a:extLst>
          </p:cNvPr>
          <p:cNvPicPr>
            <a:picLocks noChangeAspect="1"/>
          </p:cNvPicPr>
          <p:nvPr/>
        </p:nvPicPr>
        <p:blipFill>
          <a:blip r:embed="rId2"/>
          <a:stretch>
            <a:fillRect/>
          </a:stretch>
        </p:blipFill>
        <p:spPr>
          <a:xfrm>
            <a:off x="7221212" y="0"/>
            <a:ext cx="4808863" cy="6858000"/>
          </a:xfrm>
          <a:prstGeom prst="rect">
            <a:avLst/>
          </a:prstGeom>
        </p:spPr>
      </p:pic>
      <p:pic>
        <p:nvPicPr>
          <p:cNvPr id="5" name="Picture 4">
            <a:extLst>
              <a:ext uri="{FF2B5EF4-FFF2-40B4-BE49-F238E27FC236}">
                <a16:creationId xmlns:a16="http://schemas.microsoft.com/office/drawing/2014/main" id="{574A0B86-FBB2-E929-D315-5F91FF267A05}"/>
              </a:ext>
            </a:extLst>
          </p:cNvPr>
          <p:cNvPicPr>
            <a:picLocks noChangeAspect="1"/>
          </p:cNvPicPr>
          <p:nvPr/>
        </p:nvPicPr>
        <p:blipFill>
          <a:blip r:embed="rId3"/>
          <a:stretch>
            <a:fillRect/>
          </a:stretch>
        </p:blipFill>
        <p:spPr>
          <a:xfrm>
            <a:off x="161925" y="0"/>
            <a:ext cx="6858000" cy="6858000"/>
          </a:xfrm>
          <a:prstGeom prst="rect">
            <a:avLst/>
          </a:prstGeom>
        </p:spPr>
      </p:pic>
    </p:spTree>
    <p:extLst>
      <p:ext uri="{BB962C8B-B14F-4D97-AF65-F5344CB8AC3E}">
        <p14:creationId xmlns:p14="http://schemas.microsoft.com/office/powerpoint/2010/main" val="235221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Binary Explained in 01100100 Seconds">
            <a:hlinkClick r:id="" action="ppaction://media"/>
            <a:extLst>
              <a:ext uri="{FF2B5EF4-FFF2-40B4-BE49-F238E27FC236}">
                <a16:creationId xmlns:a16="http://schemas.microsoft.com/office/drawing/2014/main" id="{1ADC5ED6-09A5-2B5F-95B3-E2765F76A27B}"/>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186600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BC27-D3C2-B2CE-F6C4-3C290EAB7722}"/>
              </a:ext>
            </a:extLst>
          </p:cNvPr>
          <p:cNvSpPr>
            <a:spLocks noGrp="1"/>
          </p:cNvSpPr>
          <p:nvPr>
            <p:ph type="title"/>
          </p:nvPr>
        </p:nvSpPr>
        <p:spPr>
          <a:xfrm>
            <a:off x="381000" y="342900"/>
            <a:ext cx="4572000" cy="800100"/>
          </a:xfrm>
        </p:spPr>
        <p:txBody>
          <a:bodyPr/>
          <a:lstStyle/>
          <a:p>
            <a:pPr algn="ctr"/>
            <a:r>
              <a:rPr lang="en-US" i="1" dirty="0"/>
              <a:t>It from bit</a:t>
            </a:r>
          </a:p>
        </p:txBody>
      </p:sp>
      <p:sp>
        <p:nvSpPr>
          <p:cNvPr id="3" name="Text Placeholder 2">
            <a:extLst>
              <a:ext uri="{FF2B5EF4-FFF2-40B4-BE49-F238E27FC236}">
                <a16:creationId xmlns:a16="http://schemas.microsoft.com/office/drawing/2014/main" id="{4259C724-262F-0CEA-9E5D-1359B1310FDA}"/>
              </a:ext>
            </a:extLst>
          </p:cNvPr>
          <p:cNvSpPr>
            <a:spLocks noGrp="1"/>
          </p:cNvSpPr>
          <p:nvPr>
            <p:ph type="body" idx="1"/>
          </p:nvPr>
        </p:nvSpPr>
        <p:spPr>
          <a:xfrm>
            <a:off x="5410200" y="0"/>
            <a:ext cx="6400800" cy="6858000"/>
          </a:xfrm>
        </p:spPr>
        <p:txBody>
          <a:bodyPr/>
          <a:lstStyle/>
          <a:p>
            <a:pPr marL="112713" indent="0">
              <a:buNone/>
            </a:pPr>
            <a:r>
              <a:rPr lang="en-US" sz="2400" b="1" i="0" dirty="0">
                <a:solidFill>
                  <a:srgbClr val="202122"/>
                </a:solidFill>
                <a:effectLst/>
                <a:latin typeface="Arial" panose="020B0604020202020204" pitchFamily="34" charset="0"/>
              </a:rPr>
              <a:t>John Archibald Wheeler</a:t>
            </a:r>
            <a:endParaRPr lang="en-US" sz="2400" i="0" dirty="0">
              <a:solidFill>
                <a:srgbClr val="202122"/>
              </a:solidFill>
              <a:effectLst/>
              <a:latin typeface="Arial" panose="020B0604020202020204" pitchFamily="34" charset="0"/>
            </a:endParaRPr>
          </a:p>
          <a:p>
            <a:pPr marL="112713" indent="0">
              <a:buNone/>
            </a:pPr>
            <a:endParaRPr lang="en-US" sz="2400" dirty="0">
              <a:solidFill>
                <a:srgbClr val="202122"/>
              </a:solidFill>
              <a:latin typeface="Arial" panose="020B0604020202020204" pitchFamily="34" charset="0"/>
            </a:endParaRPr>
          </a:p>
          <a:p>
            <a:pPr marL="112713" indent="0">
              <a:buNone/>
            </a:pPr>
            <a:r>
              <a:rPr lang="en-US" sz="2400" u="sng" dirty="0">
                <a:solidFill>
                  <a:srgbClr val="202122"/>
                </a:solidFill>
                <a:latin typeface="Arial" panose="020B0604020202020204" pitchFamily="34" charset="0"/>
              </a:rPr>
              <a:t>Quick Facts</a:t>
            </a:r>
          </a:p>
          <a:p>
            <a:r>
              <a:rPr lang="en-US" sz="2400" dirty="0">
                <a:solidFill>
                  <a:srgbClr val="202122"/>
                </a:solidFill>
                <a:latin typeface="Arial" panose="020B0604020202020204" pitchFamily="34" charset="0"/>
              </a:rPr>
              <a:t>Grew up in Youngstown, Ohio</a:t>
            </a:r>
          </a:p>
          <a:p>
            <a:r>
              <a:rPr lang="en-US" sz="2400" dirty="0">
                <a:solidFill>
                  <a:srgbClr val="202122"/>
                </a:solidFill>
                <a:latin typeface="Arial" panose="020B0604020202020204" pitchFamily="34" charset="0"/>
              </a:rPr>
              <a:t>Attended Johns Hopkins University</a:t>
            </a:r>
          </a:p>
          <a:p>
            <a:r>
              <a:rPr lang="en-US" sz="2400" dirty="0"/>
              <a:t>Coined the term </a:t>
            </a:r>
            <a:r>
              <a:rPr lang="en-US" sz="2400" i="1" dirty="0"/>
              <a:t>black hole</a:t>
            </a:r>
            <a:endParaRPr lang="en-US" sz="2400" dirty="0"/>
          </a:p>
          <a:p>
            <a:endParaRPr lang="en-US" sz="2400" dirty="0"/>
          </a:p>
        </p:txBody>
      </p:sp>
      <p:pic>
        <p:nvPicPr>
          <p:cNvPr id="2050" name="Picture 2" descr="John Wheeler - Linda Hall Library">
            <a:extLst>
              <a:ext uri="{FF2B5EF4-FFF2-40B4-BE49-F238E27FC236}">
                <a16:creationId xmlns:a16="http://schemas.microsoft.com/office/drawing/2014/main" id="{A8707903-59EC-A74C-92DF-9FF6EBFAE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7" y="1485900"/>
            <a:ext cx="3971925"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426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BC27-D3C2-B2CE-F6C4-3C290EAB7722}"/>
              </a:ext>
            </a:extLst>
          </p:cNvPr>
          <p:cNvSpPr>
            <a:spLocks noGrp="1"/>
          </p:cNvSpPr>
          <p:nvPr>
            <p:ph type="title"/>
          </p:nvPr>
        </p:nvSpPr>
        <p:spPr>
          <a:xfrm>
            <a:off x="381000" y="342900"/>
            <a:ext cx="4572000" cy="800100"/>
          </a:xfrm>
        </p:spPr>
        <p:txBody>
          <a:bodyPr/>
          <a:lstStyle/>
          <a:p>
            <a:pPr algn="ctr"/>
            <a:r>
              <a:rPr lang="en-US" i="1" dirty="0"/>
              <a:t>It from bit</a:t>
            </a:r>
          </a:p>
        </p:txBody>
      </p:sp>
      <p:sp>
        <p:nvSpPr>
          <p:cNvPr id="3" name="Text Placeholder 2">
            <a:extLst>
              <a:ext uri="{FF2B5EF4-FFF2-40B4-BE49-F238E27FC236}">
                <a16:creationId xmlns:a16="http://schemas.microsoft.com/office/drawing/2014/main" id="{4259C724-262F-0CEA-9E5D-1359B1310FDA}"/>
              </a:ext>
            </a:extLst>
          </p:cNvPr>
          <p:cNvSpPr>
            <a:spLocks noGrp="1"/>
          </p:cNvSpPr>
          <p:nvPr>
            <p:ph type="body" idx="1"/>
          </p:nvPr>
        </p:nvSpPr>
        <p:spPr/>
        <p:txBody>
          <a:bodyPr/>
          <a:lstStyle/>
          <a:p>
            <a:pPr marL="112713" indent="0">
              <a:buNone/>
            </a:pPr>
            <a:r>
              <a:rPr lang="en-US" sz="2400" b="1" i="0" dirty="0">
                <a:solidFill>
                  <a:srgbClr val="202122"/>
                </a:solidFill>
                <a:effectLst/>
                <a:latin typeface="Arial" panose="020B0604020202020204" pitchFamily="34" charset="0"/>
              </a:rPr>
              <a:t>Every </a:t>
            </a:r>
            <a:r>
              <a:rPr lang="en-US" sz="2400" b="1" i="1" dirty="0">
                <a:solidFill>
                  <a:srgbClr val="202122"/>
                </a:solidFill>
                <a:effectLst/>
                <a:latin typeface="Arial" panose="020B0604020202020204" pitchFamily="34" charset="0"/>
              </a:rPr>
              <a:t>it</a:t>
            </a:r>
            <a:r>
              <a:rPr lang="en-US" sz="2400" b="0" i="0" dirty="0">
                <a:solidFill>
                  <a:srgbClr val="202122"/>
                </a:solidFill>
                <a:effectLst/>
                <a:latin typeface="Arial" panose="020B0604020202020204" pitchFamily="34" charset="0"/>
              </a:rPr>
              <a:t>—every particle, every field of force, even the space-time continuum itself—derives its function, its meaning, its very existence entirely—even if in some contexts indirectly—from the apparatus-elicited answers to yes-or-no questions, binary choices, bits. </a:t>
            </a:r>
            <a:r>
              <a:rPr lang="en-US" sz="2400" b="0" i="1" dirty="0">
                <a:solidFill>
                  <a:srgbClr val="202122"/>
                </a:solidFill>
                <a:effectLst/>
                <a:latin typeface="Arial" panose="020B0604020202020204" pitchFamily="34" charset="0"/>
              </a:rPr>
              <a:t>It from bit</a:t>
            </a:r>
            <a:r>
              <a:rPr lang="en-US" sz="2400" b="0" i="0" dirty="0">
                <a:solidFill>
                  <a:srgbClr val="202122"/>
                </a:solidFill>
                <a:effectLst/>
                <a:latin typeface="Arial" panose="020B0604020202020204" pitchFamily="34" charset="0"/>
              </a:rPr>
              <a:t> symbolizes the idea that every item of the physical world has at bottom—at a very deep bottom, in most instances—an immaterial source and explanation; that which we call reality arises in the last analysis from the posing of yes–no questions and the registering of equipment-evoked responses; </a:t>
            </a:r>
            <a:r>
              <a:rPr lang="en-US" sz="2400" i="0" dirty="0">
                <a:solidFill>
                  <a:srgbClr val="202122"/>
                </a:solidFill>
                <a:effectLst/>
                <a:latin typeface="Arial" panose="020B0604020202020204" pitchFamily="34" charset="0"/>
              </a:rPr>
              <a:t>in short, that all things physical are information-theoretic in origin</a:t>
            </a:r>
            <a:r>
              <a:rPr lang="en-US" sz="2400" b="0" i="1" dirty="0">
                <a:solidFill>
                  <a:srgbClr val="202122"/>
                </a:solidFill>
                <a:effectLst/>
                <a:latin typeface="Arial" panose="020B0604020202020204" pitchFamily="34" charset="0"/>
              </a:rPr>
              <a:t>.</a:t>
            </a:r>
            <a:endParaRPr lang="en-US" sz="2400" dirty="0"/>
          </a:p>
        </p:txBody>
      </p:sp>
      <p:pic>
        <p:nvPicPr>
          <p:cNvPr id="2050" name="Picture 2" descr="John Wheeler - Linda Hall Library">
            <a:extLst>
              <a:ext uri="{FF2B5EF4-FFF2-40B4-BE49-F238E27FC236}">
                <a16:creationId xmlns:a16="http://schemas.microsoft.com/office/drawing/2014/main" id="{A8707903-59EC-A74C-92DF-9FF6EBFAE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7" y="1485900"/>
            <a:ext cx="3971925"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57018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EA91-BB7F-53F0-587C-A2899A3301FC}"/>
              </a:ext>
            </a:extLst>
          </p:cNvPr>
          <p:cNvSpPr>
            <a:spLocks noGrp="1"/>
          </p:cNvSpPr>
          <p:nvPr>
            <p:ph type="title"/>
          </p:nvPr>
        </p:nvSpPr>
        <p:spPr/>
        <p:txBody>
          <a:bodyPr/>
          <a:lstStyle/>
          <a:p>
            <a:r>
              <a:rPr lang="en-US" dirty="0"/>
              <a:t>ACTIVITY: Binary Conversion Game</a:t>
            </a:r>
          </a:p>
        </p:txBody>
      </p:sp>
      <p:sp>
        <p:nvSpPr>
          <p:cNvPr id="3" name="Content Placeholder 2">
            <a:extLst>
              <a:ext uri="{FF2B5EF4-FFF2-40B4-BE49-F238E27FC236}">
                <a16:creationId xmlns:a16="http://schemas.microsoft.com/office/drawing/2014/main" id="{5592A0C6-D451-0581-398A-956CE708E214}"/>
              </a:ext>
            </a:extLst>
          </p:cNvPr>
          <p:cNvSpPr>
            <a:spLocks noGrp="1"/>
          </p:cNvSpPr>
          <p:nvPr>
            <p:ph idx="1"/>
          </p:nvPr>
        </p:nvSpPr>
        <p:spPr/>
        <p:txBody>
          <a:bodyPr/>
          <a:lstStyle/>
          <a:p>
            <a:pPr marL="0" indent="0">
              <a:buNone/>
            </a:pPr>
            <a:r>
              <a:rPr lang="en-US" dirty="0">
                <a:hlinkClick r:id="rId2"/>
              </a:rPr>
              <a:t>Game</a:t>
            </a:r>
            <a:endParaRPr lang="en-US" dirty="0"/>
          </a:p>
        </p:txBody>
      </p:sp>
    </p:spTree>
    <p:extLst>
      <p:ext uri="{BB962C8B-B14F-4D97-AF65-F5344CB8AC3E}">
        <p14:creationId xmlns:p14="http://schemas.microsoft.com/office/powerpoint/2010/main" val="877024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391B-4BDC-AC5F-54A0-136CE84EF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1AC73-0A57-09EB-50F5-2BC58FFB26A5}"/>
              </a:ext>
            </a:extLst>
          </p:cNvPr>
          <p:cNvSpPr>
            <a:spLocks noGrp="1"/>
          </p:cNvSpPr>
          <p:nvPr>
            <p:ph type="title"/>
          </p:nvPr>
        </p:nvSpPr>
        <p:spPr/>
        <p:txBody>
          <a:bodyPr/>
          <a:lstStyle/>
          <a:p>
            <a:r>
              <a:rPr lang="en-US" dirty="0"/>
              <a:t>LOGIC GATES</a:t>
            </a:r>
          </a:p>
        </p:txBody>
      </p:sp>
      <p:sp>
        <p:nvSpPr>
          <p:cNvPr id="3" name="Text Placeholder 2">
            <a:extLst>
              <a:ext uri="{FF2B5EF4-FFF2-40B4-BE49-F238E27FC236}">
                <a16:creationId xmlns:a16="http://schemas.microsoft.com/office/drawing/2014/main" id="{1FECA864-48FB-9723-A780-316158E88E1F}"/>
              </a:ext>
            </a:extLst>
          </p:cNvPr>
          <p:cNvSpPr>
            <a:spLocks noGrp="1"/>
          </p:cNvSpPr>
          <p:nvPr>
            <p:ph type="body" idx="1"/>
          </p:nvPr>
        </p:nvSpPr>
        <p:spPr/>
        <p:txBody>
          <a:bodyPr/>
          <a:lstStyle/>
          <a:p>
            <a:r>
              <a:rPr lang="en-US" dirty="0"/>
              <a:t>Truth to CPU</a:t>
            </a:r>
          </a:p>
        </p:txBody>
      </p:sp>
    </p:spTree>
    <p:extLst>
      <p:ext uri="{BB962C8B-B14F-4D97-AF65-F5344CB8AC3E}">
        <p14:creationId xmlns:p14="http://schemas.microsoft.com/office/powerpoint/2010/main" val="3914592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B93B0-ADC0-A306-5BE6-637F6662A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5E352-14DE-294B-F70F-96EA8EBC050F}"/>
              </a:ext>
            </a:extLst>
          </p:cNvPr>
          <p:cNvSpPr>
            <a:spLocks noGrp="1"/>
          </p:cNvSpPr>
          <p:nvPr>
            <p:ph type="title"/>
          </p:nvPr>
        </p:nvSpPr>
        <p:spPr/>
        <p:txBody>
          <a:bodyPr/>
          <a:lstStyle/>
          <a:p>
            <a:r>
              <a:rPr lang="en-US" dirty="0"/>
              <a:t>AND – a logical word</a:t>
            </a:r>
          </a:p>
        </p:txBody>
      </p:sp>
      <p:sp>
        <p:nvSpPr>
          <p:cNvPr id="3" name="Content Placeholder 2">
            <a:extLst>
              <a:ext uri="{FF2B5EF4-FFF2-40B4-BE49-F238E27FC236}">
                <a16:creationId xmlns:a16="http://schemas.microsoft.com/office/drawing/2014/main" id="{1B2F0B99-AB39-9741-6A09-C9BA66FA354D}"/>
              </a:ext>
            </a:extLst>
          </p:cNvPr>
          <p:cNvSpPr>
            <a:spLocks noGrp="1"/>
          </p:cNvSpPr>
          <p:nvPr>
            <p:ph idx="1"/>
          </p:nvPr>
        </p:nvSpPr>
        <p:spPr>
          <a:xfrm>
            <a:off x="838200" y="1825625"/>
            <a:ext cx="10515600" cy="4117975"/>
          </a:xfrm>
        </p:spPr>
        <p:txBody>
          <a:bodyPr/>
          <a:lstStyle/>
          <a:p>
            <a:pPr marL="0" indent="0">
              <a:buNone/>
            </a:pPr>
            <a:r>
              <a:rPr lang="en-US" dirty="0"/>
              <a:t>If I am </a:t>
            </a:r>
            <a:r>
              <a:rPr lang="en-US" u="sng" dirty="0"/>
              <a:t>unguarded </a:t>
            </a:r>
            <a:r>
              <a:rPr lang="en-US" b="1" dirty="0"/>
              <a:t>AND</a:t>
            </a:r>
            <a:r>
              <a:rPr lang="en-US" dirty="0"/>
              <a:t> </a:t>
            </a:r>
          </a:p>
          <a:p>
            <a:pPr marL="0" indent="0">
              <a:buNone/>
            </a:pPr>
            <a:r>
              <a:rPr lang="en-US" dirty="0"/>
              <a:t>I am </a:t>
            </a:r>
            <a:r>
              <a:rPr lang="en-US" u="sng" dirty="0"/>
              <a:t>less than 10 feet from the hoop</a:t>
            </a:r>
            <a:r>
              <a:rPr lang="en-US" dirty="0"/>
              <a:t>… </a:t>
            </a:r>
            <a:endParaRPr lang="en-US" u="sng" dirty="0"/>
          </a:p>
          <a:p>
            <a:pPr marL="0" indent="0">
              <a:buNone/>
            </a:pPr>
            <a:endParaRPr lang="en-US" dirty="0"/>
          </a:p>
          <a:p>
            <a:pPr marL="0" indent="0">
              <a:buNone/>
            </a:pPr>
            <a:endParaRPr lang="en-US" dirty="0"/>
          </a:p>
          <a:p>
            <a:pPr marL="0" indent="0">
              <a:buNone/>
            </a:pPr>
            <a:endParaRPr lang="en-US" u="sng" dirty="0"/>
          </a:p>
        </p:txBody>
      </p:sp>
      <p:pic>
        <p:nvPicPr>
          <p:cNvPr id="2052" name="Picture 4" descr="LeBron James says Spurs' scheme is one 'reason why my jump shot is a lot  better' - ESPN">
            <a:extLst>
              <a:ext uri="{FF2B5EF4-FFF2-40B4-BE49-F238E27FC236}">
                <a16:creationId xmlns:a16="http://schemas.microsoft.com/office/drawing/2014/main" id="{6F84DD08-26A5-ADC2-99BF-33AA570682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907" r="27327"/>
          <a:stretch>
            <a:fillRect/>
          </a:stretch>
        </p:blipFill>
        <p:spPr bwMode="auto">
          <a:xfrm>
            <a:off x="7915275" y="914400"/>
            <a:ext cx="3533116" cy="5126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00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AA8F-71D2-B190-D3E6-28B97AF01973}"/>
              </a:ext>
            </a:extLst>
          </p:cNvPr>
          <p:cNvSpPr>
            <a:spLocks noGrp="1"/>
          </p:cNvSpPr>
          <p:nvPr>
            <p:ph type="title"/>
          </p:nvPr>
        </p:nvSpPr>
        <p:spPr/>
        <p:txBody>
          <a:bodyPr/>
          <a:lstStyle/>
          <a:p>
            <a:r>
              <a:rPr lang="en-US" dirty="0"/>
              <a:t>AND – a logical word</a:t>
            </a:r>
          </a:p>
        </p:txBody>
      </p:sp>
      <p:sp>
        <p:nvSpPr>
          <p:cNvPr id="3" name="Content Placeholder 2">
            <a:extLst>
              <a:ext uri="{FF2B5EF4-FFF2-40B4-BE49-F238E27FC236}">
                <a16:creationId xmlns:a16="http://schemas.microsoft.com/office/drawing/2014/main" id="{33B40E97-0CCA-7E55-A4DC-B1779C5A65A2}"/>
              </a:ext>
            </a:extLst>
          </p:cNvPr>
          <p:cNvSpPr>
            <a:spLocks noGrp="1"/>
          </p:cNvSpPr>
          <p:nvPr>
            <p:ph idx="1"/>
          </p:nvPr>
        </p:nvSpPr>
        <p:spPr>
          <a:xfrm>
            <a:off x="838200" y="1825625"/>
            <a:ext cx="4447032" cy="4351338"/>
          </a:xfrm>
        </p:spPr>
        <p:txBody>
          <a:bodyPr/>
          <a:lstStyle/>
          <a:p>
            <a:pPr marL="0" indent="0">
              <a:buNone/>
            </a:pPr>
            <a:r>
              <a:rPr lang="en-US" dirty="0"/>
              <a:t>If the </a:t>
            </a:r>
            <a:r>
              <a:rPr lang="en-US" u="sng" dirty="0"/>
              <a:t>music is good</a:t>
            </a:r>
            <a:r>
              <a:rPr lang="en-US" dirty="0"/>
              <a:t> </a:t>
            </a:r>
            <a:r>
              <a:rPr lang="en-US" b="1" dirty="0"/>
              <a:t>AND</a:t>
            </a:r>
          </a:p>
          <a:p>
            <a:pPr marL="0" indent="0">
              <a:buNone/>
            </a:pPr>
            <a:r>
              <a:rPr lang="en-US" u="sng" dirty="0"/>
              <a:t>other people are dancing</a:t>
            </a:r>
            <a:r>
              <a:rPr lang="en-US" dirty="0"/>
              <a:t>…</a:t>
            </a:r>
          </a:p>
          <a:p>
            <a:pPr marL="0" indent="0">
              <a:buNone/>
            </a:pPr>
            <a:endParaRPr lang="en-US" u="sng" dirty="0"/>
          </a:p>
        </p:txBody>
      </p:sp>
      <p:pic>
        <p:nvPicPr>
          <p:cNvPr id="3074" name="Picture 2" descr="dance, dancing, napoleon dynamite – GIF">
            <a:extLst>
              <a:ext uri="{FF2B5EF4-FFF2-40B4-BE49-F238E27FC236}">
                <a16:creationId xmlns:a16="http://schemas.microsoft.com/office/drawing/2014/main" id="{90D55E12-D123-722A-A2E7-CA1B0887F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6040" y="1062038"/>
            <a:ext cx="4572000" cy="51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15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265E-9891-7CCF-7C4D-FA1377032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03259-C747-EE40-E3B1-CE1D16C5C4A2}"/>
              </a:ext>
            </a:extLst>
          </p:cNvPr>
          <p:cNvSpPr>
            <a:spLocks noGrp="1"/>
          </p:cNvSpPr>
          <p:nvPr>
            <p:ph type="title"/>
          </p:nvPr>
        </p:nvSpPr>
        <p:spPr/>
        <p:txBody>
          <a:bodyPr/>
          <a:lstStyle/>
          <a:p>
            <a:r>
              <a:rPr lang="en-US" dirty="0"/>
              <a:t>AND – a logical word</a:t>
            </a:r>
          </a:p>
        </p:txBody>
      </p:sp>
      <p:sp>
        <p:nvSpPr>
          <p:cNvPr id="3" name="Content Placeholder 2">
            <a:extLst>
              <a:ext uri="{FF2B5EF4-FFF2-40B4-BE49-F238E27FC236}">
                <a16:creationId xmlns:a16="http://schemas.microsoft.com/office/drawing/2014/main" id="{59AA296E-5395-2CD7-D312-B531FFD4F5AE}"/>
              </a:ext>
            </a:extLst>
          </p:cNvPr>
          <p:cNvSpPr>
            <a:spLocks noGrp="1"/>
          </p:cNvSpPr>
          <p:nvPr>
            <p:ph idx="1"/>
          </p:nvPr>
        </p:nvSpPr>
        <p:spPr>
          <a:xfrm>
            <a:off x="838200" y="1825625"/>
            <a:ext cx="3432048" cy="1045591"/>
          </a:xfrm>
        </p:spPr>
        <p:txBody>
          <a:bodyPr/>
          <a:lstStyle/>
          <a:p>
            <a:pPr marL="0" indent="0">
              <a:buNone/>
            </a:pPr>
            <a:r>
              <a:rPr lang="en-US" dirty="0"/>
              <a:t>If it is </a:t>
            </a:r>
            <a:r>
              <a:rPr lang="en-US" u="sng" dirty="0"/>
              <a:t>Thursday</a:t>
            </a:r>
            <a:r>
              <a:rPr lang="en-US" dirty="0"/>
              <a:t> </a:t>
            </a:r>
            <a:r>
              <a:rPr lang="en-US" b="1" dirty="0"/>
              <a:t>AND</a:t>
            </a:r>
          </a:p>
          <a:p>
            <a:pPr marL="0" indent="0">
              <a:buNone/>
            </a:pPr>
            <a:r>
              <a:rPr lang="en-US" dirty="0"/>
              <a:t>it is </a:t>
            </a:r>
            <a:r>
              <a:rPr lang="en-US" u="sng" dirty="0"/>
              <a:t>4-7:30pm</a:t>
            </a:r>
            <a:r>
              <a:rPr lang="en-US" dirty="0"/>
              <a:t>…</a:t>
            </a:r>
            <a:endParaRPr lang="en-US" u="sng" dirty="0"/>
          </a:p>
          <a:p>
            <a:pPr marL="0" indent="0">
              <a:buNone/>
            </a:pPr>
            <a:endParaRPr lang="en-US" u="sng" dirty="0"/>
          </a:p>
        </p:txBody>
      </p:sp>
      <p:pic>
        <p:nvPicPr>
          <p:cNvPr id="4098" name="Picture 2" descr="Community unity: Public block party will celebrate opening of MidTown  Collaboration Center">
            <a:extLst>
              <a:ext uri="{FF2B5EF4-FFF2-40B4-BE49-F238E27FC236}">
                <a16:creationId xmlns:a16="http://schemas.microsoft.com/office/drawing/2014/main" id="{171B52A7-5553-49C2-F462-5F1518525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229" y="1539875"/>
            <a:ext cx="714375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49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61FF-FD66-560A-828C-5D14B23FCC4F}"/>
              </a:ext>
            </a:extLst>
          </p:cNvPr>
          <p:cNvSpPr>
            <a:spLocks noGrp="1"/>
          </p:cNvSpPr>
          <p:nvPr>
            <p:ph type="title"/>
          </p:nvPr>
        </p:nvSpPr>
        <p:spPr/>
        <p:txBody>
          <a:bodyPr/>
          <a:lstStyle/>
          <a:p>
            <a:r>
              <a:rPr lang="en-US" dirty="0"/>
              <a:t>Truth Tables</a:t>
            </a:r>
          </a:p>
        </p:txBody>
      </p:sp>
      <p:sp>
        <p:nvSpPr>
          <p:cNvPr id="4" name="Content Placeholder 2">
            <a:extLst>
              <a:ext uri="{FF2B5EF4-FFF2-40B4-BE49-F238E27FC236}">
                <a16:creationId xmlns:a16="http://schemas.microsoft.com/office/drawing/2014/main" id="{BD1B6B36-FA33-1389-7EB0-BB23B0733D2F}"/>
              </a:ext>
            </a:extLst>
          </p:cNvPr>
          <p:cNvSpPr>
            <a:spLocks noGrp="1"/>
          </p:cNvSpPr>
          <p:nvPr>
            <p:ph idx="1"/>
          </p:nvPr>
        </p:nvSpPr>
        <p:spPr>
          <a:xfrm>
            <a:off x="838200" y="1825625"/>
            <a:ext cx="3432048" cy="1045591"/>
          </a:xfrm>
        </p:spPr>
        <p:txBody>
          <a:bodyPr/>
          <a:lstStyle/>
          <a:p>
            <a:pPr marL="0" indent="0">
              <a:buNone/>
            </a:pPr>
            <a:r>
              <a:rPr lang="en-US" dirty="0"/>
              <a:t>If it is </a:t>
            </a:r>
            <a:r>
              <a:rPr lang="en-US" u="sng" dirty="0"/>
              <a:t>Thursday</a:t>
            </a:r>
            <a:r>
              <a:rPr lang="en-US" dirty="0"/>
              <a:t> </a:t>
            </a:r>
            <a:r>
              <a:rPr lang="en-US" b="1" dirty="0"/>
              <a:t>AND</a:t>
            </a:r>
          </a:p>
          <a:p>
            <a:pPr marL="0" indent="0">
              <a:buNone/>
            </a:pPr>
            <a:r>
              <a:rPr lang="en-US" dirty="0"/>
              <a:t>it is </a:t>
            </a:r>
            <a:r>
              <a:rPr lang="en-US" u="sng" dirty="0"/>
              <a:t>4-7:30pm</a:t>
            </a:r>
            <a:r>
              <a:rPr lang="en-US" dirty="0"/>
              <a:t>…</a:t>
            </a:r>
            <a:endParaRPr lang="en-US" u="sng" dirty="0"/>
          </a:p>
          <a:p>
            <a:pPr marL="0" indent="0">
              <a:buNone/>
            </a:pPr>
            <a:endParaRPr lang="en-US" u="sng" dirty="0"/>
          </a:p>
        </p:txBody>
      </p:sp>
      <p:graphicFrame>
        <p:nvGraphicFramePr>
          <p:cNvPr id="5" name="Table 4">
            <a:extLst>
              <a:ext uri="{FF2B5EF4-FFF2-40B4-BE49-F238E27FC236}">
                <a16:creationId xmlns:a16="http://schemas.microsoft.com/office/drawing/2014/main" id="{0DC5F12A-21DC-8791-EB02-63250EB50A1D}"/>
              </a:ext>
            </a:extLst>
          </p:cNvPr>
          <p:cNvGraphicFramePr>
            <a:graphicFrameLocks noGrp="1"/>
          </p:cNvGraphicFramePr>
          <p:nvPr>
            <p:extLst>
              <p:ext uri="{D42A27DB-BD31-4B8C-83A1-F6EECF244321}">
                <p14:modId xmlns:p14="http://schemas.microsoft.com/office/powerpoint/2010/main" val="3160796827"/>
              </p:ext>
            </p:extLst>
          </p:nvPr>
        </p:nvGraphicFramePr>
        <p:xfrm>
          <a:off x="4894073" y="365125"/>
          <a:ext cx="6737094" cy="5962525"/>
        </p:xfrm>
        <a:graphic>
          <a:graphicData uri="http://schemas.openxmlformats.org/drawingml/2006/table">
            <a:tbl>
              <a:tblPr firstRow="1" bandRow="1">
                <a:tableStyleId>{5C22544A-7EE6-4342-B048-85BDC9FD1C3A}</a:tableStyleId>
              </a:tblPr>
              <a:tblGrid>
                <a:gridCol w="2245698">
                  <a:extLst>
                    <a:ext uri="{9D8B030D-6E8A-4147-A177-3AD203B41FA5}">
                      <a16:colId xmlns:a16="http://schemas.microsoft.com/office/drawing/2014/main" val="3036160770"/>
                    </a:ext>
                  </a:extLst>
                </a:gridCol>
                <a:gridCol w="2245698">
                  <a:extLst>
                    <a:ext uri="{9D8B030D-6E8A-4147-A177-3AD203B41FA5}">
                      <a16:colId xmlns:a16="http://schemas.microsoft.com/office/drawing/2014/main" val="2834837763"/>
                    </a:ext>
                  </a:extLst>
                </a:gridCol>
                <a:gridCol w="2245698">
                  <a:extLst>
                    <a:ext uri="{9D8B030D-6E8A-4147-A177-3AD203B41FA5}">
                      <a16:colId xmlns:a16="http://schemas.microsoft.com/office/drawing/2014/main" val="1939628641"/>
                    </a:ext>
                  </a:extLst>
                </a:gridCol>
              </a:tblGrid>
              <a:tr h="1192505">
                <a:tc>
                  <a:txBody>
                    <a:bodyPr/>
                    <a:lstStyle/>
                    <a:p>
                      <a:pPr algn="ctr"/>
                      <a:r>
                        <a:rPr lang="en-US" sz="2400" dirty="0"/>
                        <a:t>Is It Thursday?</a:t>
                      </a:r>
                    </a:p>
                  </a:txBody>
                  <a:tcPr anchor="ctr"/>
                </a:tc>
                <a:tc>
                  <a:txBody>
                    <a:bodyPr/>
                    <a:lstStyle/>
                    <a:p>
                      <a:pPr algn="ctr"/>
                      <a:r>
                        <a:rPr lang="en-US" sz="2400" dirty="0"/>
                        <a:t>Is it 4-7:30pm?</a:t>
                      </a:r>
                    </a:p>
                  </a:txBody>
                  <a:tcPr anchor="ctr"/>
                </a:tc>
                <a:tc>
                  <a:txBody>
                    <a:bodyPr/>
                    <a:lstStyle/>
                    <a:p>
                      <a:pPr algn="ctr"/>
                      <a:r>
                        <a:rPr lang="en-US" sz="2400" dirty="0"/>
                        <a:t>Is MCCCC happening?</a:t>
                      </a:r>
                    </a:p>
                  </a:txBody>
                  <a:tcPr anchor="ctr"/>
                </a:tc>
                <a:extLst>
                  <a:ext uri="{0D108BD9-81ED-4DB2-BD59-A6C34878D82A}">
                    <a16:rowId xmlns:a16="http://schemas.microsoft.com/office/drawing/2014/main" val="2834404632"/>
                  </a:ext>
                </a:extLst>
              </a:tr>
              <a:tr h="1192505">
                <a:tc>
                  <a:txBody>
                    <a:bodyPr/>
                    <a:lstStyle/>
                    <a:p>
                      <a:pPr algn="ctr"/>
                      <a:r>
                        <a:rPr lang="en-US" sz="3600" dirty="0">
                          <a:solidFill>
                            <a:srgbClr val="FF0000"/>
                          </a:solidFill>
                        </a:rPr>
                        <a:t>No</a:t>
                      </a:r>
                    </a:p>
                  </a:txBody>
                  <a:tcPr anchor="ctr"/>
                </a:tc>
                <a:tc>
                  <a:txBody>
                    <a:bodyPr/>
                    <a:lstStyle/>
                    <a:p>
                      <a:pPr algn="ctr"/>
                      <a:r>
                        <a:rPr lang="en-US" sz="3600" dirty="0">
                          <a:solidFill>
                            <a:srgbClr val="FF0000"/>
                          </a:solidFill>
                        </a:rPr>
                        <a:t>No</a:t>
                      </a:r>
                    </a:p>
                  </a:txBody>
                  <a:tcPr anchor="ctr"/>
                </a:tc>
                <a:tc>
                  <a:txBody>
                    <a:bodyPr/>
                    <a:lstStyle/>
                    <a:p>
                      <a:pPr algn="ctr"/>
                      <a:r>
                        <a:rPr lang="en-US" sz="3600" b="1" dirty="0">
                          <a:solidFill>
                            <a:srgbClr val="FF0000"/>
                          </a:solidFill>
                        </a:rPr>
                        <a:t>No </a:t>
                      </a:r>
                      <a:r>
                        <a:rPr lang="en-US" sz="3600" b="1" dirty="0">
                          <a:solidFill>
                            <a:srgbClr val="FF0000"/>
                          </a:solidFill>
                          <a:sym typeface="Wingdings" panose="05000000000000000000" pitchFamily="2" charset="2"/>
                        </a:rPr>
                        <a:t></a:t>
                      </a:r>
                      <a:endParaRPr lang="en-US" sz="3600" b="1" dirty="0">
                        <a:solidFill>
                          <a:srgbClr val="FF0000"/>
                        </a:solidFill>
                      </a:endParaRPr>
                    </a:p>
                  </a:txBody>
                  <a:tcPr anchor="ctr"/>
                </a:tc>
                <a:extLst>
                  <a:ext uri="{0D108BD9-81ED-4DB2-BD59-A6C34878D82A}">
                    <a16:rowId xmlns:a16="http://schemas.microsoft.com/office/drawing/2014/main" val="2454807087"/>
                  </a:ext>
                </a:extLst>
              </a:tr>
              <a:tr h="1192505">
                <a:tc>
                  <a:txBody>
                    <a:bodyPr/>
                    <a:lstStyle/>
                    <a:p>
                      <a:pPr algn="ctr"/>
                      <a:r>
                        <a:rPr lang="en-US" sz="3600" dirty="0">
                          <a:solidFill>
                            <a:srgbClr val="FF0000"/>
                          </a:solidFill>
                        </a:rPr>
                        <a:t>No</a:t>
                      </a:r>
                    </a:p>
                  </a:txBody>
                  <a:tcPr anchor="ctr"/>
                </a:tc>
                <a:tc>
                  <a:txBody>
                    <a:bodyPr/>
                    <a:lstStyle/>
                    <a:p>
                      <a:pPr algn="ctr"/>
                      <a:r>
                        <a:rPr lang="en-US" sz="3600" dirty="0">
                          <a:solidFill>
                            <a:srgbClr val="00B050"/>
                          </a:solidFill>
                        </a:rPr>
                        <a:t>Yes</a:t>
                      </a:r>
                    </a:p>
                  </a:txBody>
                  <a:tcPr anchor="ctr"/>
                </a:tc>
                <a:tc>
                  <a:txBody>
                    <a:bodyPr/>
                    <a:lstStyle/>
                    <a:p>
                      <a:pPr algn="ctr"/>
                      <a:r>
                        <a:rPr lang="en-US" sz="3600" b="1" dirty="0">
                          <a:solidFill>
                            <a:srgbClr val="FF0000"/>
                          </a:solidFill>
                        </a:rPr>
                        <a:t>No </a:t>
                      </a:r>
                      <a:r>
                        <a:rPr lang="en-US" sz="3600" b="1" dirty="0">
                          <a:solidFill>
                            <a:srgbClr val="FF0000"/>
                          </a:solidFill>
                          <a:sym typeface="Wingdings" panose="05000000000000000000" pitchFamily="2" charset="2"/>
                        </a:rPr>
                        <a:t></a:t>
                      </a:r>
                      <a:endParaRPr lang="en-US" sz="3600" b="1" dirty="0">
                        <a:solidFill>
                          <a:srgbClr val="FF0000"/>
                        </a:solidFill>
                      </a:endParaRPr>
                    </a:p>
                  </a:txBody>
                  <a:tcPr anchor="ctr"/>
                </a:tc>
                <a:extLst>
                  <a:ext uri="{0D108BD9-81ED-4DB2-BD59-A6C34878D82A}">
                    <a16:rowId xmlns:a16="http://schemas.microsoft.com/office/drawing/2014/main" val="577266598"/>
                  </a:ext>
                </a:extLst>
              </a:tr>
              <a:tr h="1192505">
                <a:tc>
                  <a:txBody>
                    <a:bodyPr/>
                    <a:lstStyle/>
                    <a:p>
                      <a:pPr algn="ctr"/>
                      <a:r>
                        <a:rPr lang="en-US" sz="3600" dirty="0">
                          <a:solidFill>
                            <a:srgbClr val="00B050"/>
                          </a:solidFill>
                        </a:rPr>
                        <a:t>Yes</a:t>
                      </a:r>
                    </a:p>
                  </a:txBody>
                  <a:tcPr anchor="ctr"/>
                </a:tc>
                <a:tc>
                  <a:txBody>
                    <a:bodyPr/>
                    <a:lstStyle/>
                    <a:p>
                      <a:pPr algn="ctr"/>
                      <a:r>
                        <a:rPr lang="en-US" sz="3600" dirty="0">
                          <a:solidFill>
                            <a:srgbClr val="FF0000"/>
                          </a:solidFill>
                        </a:rPr>
                        <a:t>No</a:t>
                      </a:r>
                    </a:p>
                  </a:txBody>
                  <a:tcPr anchor="ctr"/>
                </a:tc>
                <a:tc>
                  <a:txBody>
                    <a:bodyPr/>
                    <a:lstStyle/>
                    <a:p>
                      <a:pPr algn="ctr"/>
                      <a:r>
                        <a:rPr lang="en-US" sz="3600" b="1" dirty="0">
                          <a:solidFill>
                            <a:srgbClr val="FF0000"/>
                          </a:solidFill>
                        </a:rPr>
                        <a:t>No </a:t>
                      </a:r>
                      <a:r>
                        <a:rPr lang="en-US" sz="3600" b="1" dirty="0">
                          <a:solidFill>
                            <a:srgbClr val="FF0000"/>
                          </a:solidFill>
                          <a:sym typeface="Wingdings" panose="05000000000000000000" pitchFamily="2" charset="2"/>
                        </a:rPr>
                        <a:t></a:t>
                      </a:r>
                      <a:endParaRPr lang="en-US" sz="3600" b="1" dirty="0">
                        <a:solidFill>
                          <a:srgbClr val="FF0000"/>
                        </a:solidFill>
                      </a:endParaRPr>
                    </a:p>
                  </a:txBody>
                  <a:tcPr anchor="ctr"/>
                </a:tc>
                <a:extLst>
                  <a:ext uri="{0D108BD9-81ED-4DB2-BD59-A6C34878D82A}">
                    <a16:rowId xmlns:a16="http://schemas.microsoft.com/office/drawing/2014/main" val="370284553"/>
                  </a:ext>
                </a:extLst>
              </a:tr>
              <a:tr h="1192505">
                <a:tc>
                  <a:txBody>
                    <a:bodyPr/>
                    <a:lstStyle/>
                    <a:p>
                      <a:pPr algn="ctr"/>
                      <a:r>
                        <a:rPr lang="en-US" sz="3600" dirty="0">
                          <a:solidFill>
                            <a:srgbClr val="00B050"/>
                          </a:solidFill>
                        </a:rPr>
                        <a:t>Yes</a:t>
                      </a:r>
                    </a:p>
                  </a:txBody>
                  <a:tcPr anchor="ctr"/>
                </a:tc>
                <a:tc>
                  <a:txBody>
                    <a:bodyPr/>
                    <a:lstStyle/>
                    <a:p>
                      <a:pPr algn="ctr"/>
                      <a:r>
                        <a:rPr lang="en-US" sz="3600" dirty="0">
                          <a:solidFill>
                            <a:srgbClr val="00B050"/>
                          </a:solidFill>
                        </a:rPr>
                        <a:t>Yes</a:t>
                      </a:r>
                    </a:p>
                  </a:txBody>
                  <a:tcPr anchor="ctr"/>
                </a:tc>
                <a:tc>
                  <a:txBody>
                    <a:bodyPr/>
                    <a:lstStyle/>
                    <a:p>
                      <a:pPr algn="ctr"/>
                      <a:r>
                        <a:rPr lang="en-US" sz="3600" b="1" dirty="0">
                          <a:solidFill>
                            <a:srgbClr val="00B050"/>
                          </a:solidFill>
                        </a:rPr>
                        <a:t>YES </a:t>
                      </a:r>
                      <a:r>
                        <a:rPr lang="en-US" sz="3600" b="1" dirty="0">
                          <a:solidFill>
                            <a:srgbClr val="00B050"/>
                          </a:solidFill>
                          <a:sym typeface="Wingdings" panose="05000000000000000000" pitchFamily="2" charset="2"/>
                        </a:rPr>
                        <a:t></a:t>
                      </a:r>
                      <a:endParaRPr lang="en-US" sz="3600" b="1" dirty="0">
                        <a:solidFill>
                          <a:srgbClr val="00B050"/>
                        </a:solidFill>
                      </a:endParaRPr>
                    </a:p>
                  </a:txBody>
                  <a:tcPr anchor="ctr"/>
                </a:tc>
                <a:extLst>
                  <a:ext uri="{0D108BD9-81ED-4DB2-BD59-A6C34878D82A}">
                    <a16:rowId xmlns:a16="http://schemas.microsoft.com/office/drawing/2014/main" val="926079441"/>
                  </a:ext>
                </a:extLst>
              </a:tr>
            </a:tbl>
          </a:graphicData>
        </a:graphic>
      </p:graphicFrame>
      <p:sp>
        <p:nvSpPr>
          <p:cNvPr id="6" name="TextBox 5">
            <a:extLst>
              <a:ext uri="{FF2B5EF4-FFF2-40B4-BE49-F238E27FC236}">
                <a16:creationId xmlns:a16="http://schemas.microsoft.com/office/drawing/2014/main" id="{DF29535D-311A-98DC-ABD0-2A2DB0AD449F}"/>
              </a:ext>
            </a:extLst>
          </p:cNvPr>
          <p:cNvSpPr txBox="1"/>
          <p:nvPr/>
        </p:nvSpPr>
        <p:spPr>
          <a:xfrm>
            <a:off x="838200" y="4142232"/>
            <a:ext cx="3127248" cy="923330"/>
          </a:xfrm>
          <a:prstGeom prst="rect">
            <a:avLst/>
          </a:prstGeom>
          <a:noFill/>
        </p:spPr>
        <p:txBody>
          <a:bodyPr wrap="square" rtlCol="0">
            <a:spAutoFit/>
          </a:bodyPr>
          <a:lstStyle/>
          <a:p>
            <a:r>
              <a:rPr lang="en-US" b="1" i="1" dirty="0"/>
              <a:t>Both the first thing AND the second thing have to be true for the third thing to be true!</a:t>
            </a:r>
          </a:p>
        </p:txBody>
      </p:sp>
    </p:spTree>
    <p:extLst>
      <p:ext uri="{BB962C8B-B14F-4D97-AF65-F5344CB8AC3E}">
        <p14:creationId xmlns:p14="http://schemas.microsoft.com/office/powerpoint/2010/main" val="136458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6218-08C6-2C5E-AEB3-443A7D30B173}"/>
              </a:ext>
            </a:extLst>
          </p:cNvPr>
          <p:cNvSpPr>
            <a:spLocks noGrp="1"/>
          </p:cNvSpPr>
          <p:nvPr>
            <p:ph type="title"/>
          </p:nvPr>
        </p:nvSpPr>
        <p:spPr/>
        <p:txBody>
          <a:bodyPr/>
          <a:lstStyle/>
          <a:p>
            <a:r>
              <a:rPr lang="en-US" dirty="0">
                <a:solidFill>
                  <a:srgbClr val="00B050"/>
                </a:solidFill>
              </a:rPr>
              <a:t>True</a:t>
            </a:r>
            <a:r>
              <a:rPr lang="en-US" dirty="0"/>
              <a:t> / </a:t>
            </a:r>
            <a:r>
              <a:rPr lang="en-US" dirty="0">
                <a:solidFill>
                  <a:srgbClr val="FF0000"/>
                </a:solidFill>
              </a:rPr>
              <a:t>False</a:t>
            </a:r>
            <a:r>
              <a:rPr lang="en-US" dirty="0"/>
              <a:t> … </a:t>
            </a:r>
            <a:r>
              <a:rPr lang="en-US" dirty="0">
                <a:solidFill>
                  <a:srgbClr val="00B050"/>
                </a:solidFill>
              </a:rPr>
              <a:t>1</a:t>
            </a:r>
            <a:r>
              <a:rPr lang="en-US" dirty="0"/>
              <a:t> / </a:t>
            </a:r>
            <a:r>
              <a:rPr lang="en-US" dirty="0">
                <a:solidFill>
                  <a:srgbClr val="FF0000"/>
                </a:solidFill>
              </a:rPr>
              <a:t>0</a:t>
            </a:r>
          </a:p>
        </p:txBody>
      </p:sp>
      <p:pic>
        <p:nvPicPr>
          <p:cNvPr id="5122" name="Picture 2" descr="Boolean Operators">
            <a:extLst>
              <a:ext uri="{FF2B5EF4-FFF2-40B4-BE49-F238E27FC236}">
                <a16:creationId xmlns:a16="http://schemas.microsoft.com/office/drawing/2014/main" id="{1E0C2645-8C30-1AEB-0285-B4C8E9A71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745" y="1457932"/>
            <a:ext cx="9098604" cy="51179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095763-1C0B-56EF-6F47-CA80CD4F5141}"/>
              </a:ext>
            </a:extLst>
          </p:cNvPr>
          <p:cNvSpPr txBox="1"/>
          <p:nvPr/>
        </p:nvSpPr>
        <p:spPr>
          <a:xfrm>
            <a:off x="301557" y="2598829"/>
            <a:ext cx="2649059" cy="923330"/>
          </a:xfrm>
          <a:prstGeom prst="rect">
            <a:avLst/>
          </a:prstGeom>
          <a:noFill/>
        </p:spPr>
        <p:txBody>
          <a:bodyPr wrap="none" rtlCol="0">
            <a:spAutoFit/>
          </a:bodyPr>
          <a:lstStyle/>
          <a:p>
            <a:r>
              <a:rPr lang="en-US" dirty="0"/>
              <a:t>Logic Gates take in </a:t>
            </a:r>
            <a:r>
              <a:rPr lang="en-US" b="1" dirty="0"/>
              <a:t>input</a:t>
            </a:r>
          </a:p>
          <a:p>
            <a:r>
              <a:rPr lang="en-US" dirty="0"/>
              <a:t>And return </a:t>
            </a:r>
            <a:r>
              <a:rPr lang="en-US" b="1" dirty="0"/>
              <a:t>output</a:t>
            </a:r>
          </a:p>
          <a:p>
            <a:r>
              <a:rPr lang="en-US" dirty="0"/>
              <a:t>As 0s and 1s (</a:t>
            </a:r>
            <a:r>
              <a:rPr lang="en-US" b="1" dirty="0"/>
              <a:t>binary</a:t>
            </a:r>
            <a:r>
              <a:rPr lang="en-US" dirty="0"/>
              <a:t>)</a:t>
            </a:r>
          </a:p>
        </p:txBody>
      </p:sp>
      <p:sp>
        <p:nvSpPr>
          <p:cNvPr id="5" name="Rectangle 4">
            <a:extLst>
              <a:ext uri="{FF2B5EF4-FFF2-40B4-BE49-F238E27FC236}">
                <a16:creationId xmlns:a16="http://schemas.microsoft.com/office/drawing/2014/main" id="{DEA4414F-84DC-77B9-4E6C-C34618368CDB}"/>
              </a:ext>
            </a:extLst>
          </p:cNvPr>
          <p:cNvSpPr/>
          <p:nvPr/>
        </p:nvSpPr>
        <p:spPr>
          <a:xfrm>
            <a:off x="2950616" y="1457931"/>
            <a:ext cx="2023720" cy="5034943"/>
          </a:xfrm>
          <a:prstGeom prst="rect">
            <a:avLst/>
          </a:prstGeom>
          <a:blipFill>
            <a:blip r:embed="rId3"/>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27D9BC4-9E79-9082-AF68-D2248CC685FE}"/>
              </a:ext>
            </a:extLst>
          </p:cNvPr>
          <p:cNvSpPr/>
          <p:nvPr/>
        </p:nvSpPr>
        <p:spPr>
          <a:xfrm>
            <a:off x="4974336" y="1457930"/>
            <a:ext cx="2422188" cy="5034943"/>
          </a:xfrm>
          <a:prstGeom prst="rect">
            <a:avLst/>
          </a:prstGeom>
          <a:blipFill>
            <a:blip r:embed="rId4"/>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AB397E4-0181-4B2A-7C54-676BD78D6FFF}"/>
              </a:ext>
            </a:extLst>
          </p:cNvPr>
          <p:cNvSpPr/>
          <p:nvPr/>
        </p:nvSpPr>
        <p:spPr>
          <a:xfrm>
            <a:off x="7396524" y="1457929"/>
            <a:ext cx="2250591" cy="5034943"/>
          </a:xfrm>
          <a:prstGeom prst="rect">
            <a:avLst/>
          </a:prstGeom>
          <a:blipFill>
            <a:blip r:embed="rId5"/>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1C49018-B8FE-9031-4549-3FA5716FAE6C}"/>
              </a:ext>
            </a:extLst>
          </p:cNvPr>
          <p:cNvSpPr/>
          <p:nvPr/>
        </p:nvSpPr>
        <p:spPr>
          <a:xfrm>
            <a:off x="9657556" y="1457928"/>
            <a:ext cx="2250591" cy="5034943"/>
          </a:xfrm>
          <a:prstGeom prst="rect">
            <a:avLst/>
          </a:prstGeom>
          <a:blipFill>
            <a:blip r:embed="rId6"/>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7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5" presetClass="exit" presetSubtype="0" fill="hold" grpId="0" nodeType="clickEffect">
                                  <p:stCondLst>
                                    <p:cond delay="0"/>
                                  </p:stCondLst>
                                  <p:childTnLst>
                                    <p:animEffect transition="out" filter="fade">
                                      <p:cBhvr>
                                        <p:cTn id="18" dur="2000"/>
                                        <p:tgtEl>
                                          <p:spTgt spid="6"/>
                                        </p:tgtEl>
                                      </p:cBhvr>
                                    </p:animEffect>
                                    <p:anim calcmode="lin" valueType="num">
                                      <p:cBhvr>
                                        <p:cTn id="19" dur="2000"/>
                                        <p:tgtEl>
                                          <p:spTgt spid="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0" dur="2000"/>
                                        <p:tgtEl>
                                          <p:spTgt spid="6"/>
                                        </p:tgtEl>
                                        <p:attrNameLst>
                                          <p:attrName>ppt_h</p:attrName>
                                        </p:attrNameLst>
                                      </p:cBhvr>
                                      <p:tavLst>
                                        <p:tav tm="0">
                                          <p:val>
                                            <p:strVal val="ppt_h"/>
                                          </p:val>
                                        </p:tav>
                                        <p:tav tm="100000">
                                          <p:val>
                                            <p:strVal val="ppt_h"/>
                                          </p:val>
                                        </p:tav>
                                      </p:tavLst>
                                    </p:anim>
                                    <p:set>
                                      <p:cBhvr>
                                        <p:cTn id="21" dur="1" fill="hold">
                                          <p:stCondLst>
                                            <p:cond delay="1999"/>
                                          </p:stCondLst>
                                        </p:cTn>
                                        <p:tgtEl>
                                          <p:spTgt spid="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45" presetClass="exit" presetSubtype="0" fill="hold" grpId="0" nodeType="clickEffect">
                                  <p:stCondLst>
                                    <p:cond delay="0"/>
                                  </p:stCondLst>
                                  <p:childTnLst>
                                    <p:animEffect transition="out" filter="fade">
                                      <p:cBhvr>
                                        <p:cTn id="25" dur="2000"/>
                                        <p:tgtEl>
                                          <p:spTgt spid="5"/>
                                        </p:tgtEl>
                                      </p:cBhvr>
                                    </p:animEffect>
                                    <p:anim calcmode="lin" valueType="num">
                                      <p:cBhvr>
                                        <p:cTn id="26" dur="2000"/>
                                        <p:tgtEl>
                                          <p:spTgt spid="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7" dur="2000"/>
                                        <p:tgtEl>
                                          <p:spTgt spid="5"/>
                                        </p:tgtEl>
                                        <p:attrNameLst>
                                          <p:attrName>ppt_h</p:attrName>
                                        </p:attrNameLst>
                                      </p:cBhvr>
                                      <p:tavLst>
                                        <p:tav tm="0">
                                          <p:val>
                                            <p:strVal val="ppt_h"/>
                                          </p:val>
                                        </p:tav>
                                        <p:tav tm="100000">
                                          <p:val>
                                            <p:strVal val="ppt_h"/>
                                          </p:val>
                                        </p:tav>
                                      </p:tavLst>
                                    </p:anim>
                                    <p:set>
                                      <p:cBhvr>
                                        <p:cTn id="28" dur="1" fill="hold">
                                          <p:stCondLst>
                                            <p:cond delay="1999"/>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5" presetClass="exit" presetSubtype="0" fill="hold" grpId="0" nodeType="clickEffect">
                                  <p:stCondLst>
                                    <p:cond delay="0"/>
                                  </p:stCondLst>
                                  <p:childTnLst>
                                    <p:animEffect transition="out" filter="fade">
                                      <p:cBhvr>
                                        <p:cTn id="32" dur="2000"/>
                                        <p:tgtEl>
                                          <p:spTgt spid="7"/>
                                        </p:tgtEl>
                                      </p:cBhvr>
                                    </p:animEffect>
                                    <p:anim calcmode="lin" valueType="num">
                                      <p:cBhvr>
                                        <p:cTn id="33" dur="2000"/>
                                        <p:tgtEl>
                                          <p:spTgt spid="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4" dur="2000"/>
                                        <p:tgtEl>
                                          <p:spTgt spid="7"/>
                                        </p:tgtEl>
                                        <p:attrNameLst>
                                          <p:attrName>ppt_h</p:attrName>
                                        </p:attrNameLst>
                                      </p:cBhvr>
                                      <p:tavLst>
                                        <p:tav tm="0">
                                          <p:val>
                                            <p:strVal val="ppt_h"/>
                                          </p:val>
                                        </p:tav>
                                        <p:tav tm="100000">
                                          <p:val>
                                            <p:strVal val="ppt_h"/>
                                          </p:val>
                                        </p:tav>
                                      </p:tavLst>
                                    </p:anim>
                                    <p:set>
                                      <p:cBhvr>
                                        <p:cTn id="35" dur="1" fill="hold">
                                          <p:stCondLst>
                                            <p:cond delay="1999"/>
                                          </p:stCondLst>
                                        </p:cTn>
                                        <p:tgtEl>
                                          <p:spTgt spid="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5" presetClass="exit" presetSubtype="0" fill="hold" grpId="0" nodeType="clickEffect">
                                  <p:stCondLst>
                                    <p:cond delay="0"/>
                                  </p:stCondLst>
                                  <p:childTnLst>
                                    <p:animEffect transition="out" filter="fade">
                                      <p:cBhvr>
                                        <p:cTn id="39" dur="2000"/>
                                        <p:tgtEl>
                                          <p:spTgt spid="8"/>
                                        </p:tgtEl>
                                      </p:cBhvr>
                                    </p:animEffect>
                                    <p:anim calcmode="lin" valueType="num">
                                      <p:cBhvr>
                                        <p:cTn id="40" dur="2000"/>
                                        <p:tgtEl>
                                          <p:spTgt spid="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1" dur="2000"/>
                                        <p:tgtEl>
                                          <p:spTgt spid="8"/>
                                        </p:tgtEl>
                                        <p:attrNameLst>
                                          <p:attrName>ppt_h</p:attrName>
                                        </p:attrNameLst>
                                      </p:cBhvr>
                                      <p:tavLst>
                                        <p:tav tm="0">
                                          <p:val>
                                            <p:strVal val="ppt_h"/>
                                          </p:val>
                                        </p:tav>
                                        <p:tav tm="100000">
                                          <p:val>
                                            <p:strVal val="ppt_h"/>
                                          </p:val>
                                        </p:tav>
                                      </p:tavLst>
                                    </p:anim>
                                    <p:set>
                                      <p:cBhvr>
                                        <p:cTn id="42" dur="1" fill="hold">
                                          <p:stCondLst>
                                            <p:cond delay="1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BF74D-7190-B0C5-80B8-EC24A3D00C6B}"/>
              </a:ext>
            </a:extLst>
          </p:cNvPr>
          <p:cNvSpPr>
            <a:spLocks noGrp="1"/>
          </p:cNvSpPr>
          <p:nvPr>
            <p:ph type="title"/>
          </p:nvPr>
        </p:nvSpPr>
        <p:spPr>
          <a:xfrm>
            <a:off x="486383" y="365125"/>
            <a:ext cx="10867417" cy="1325563"/>
          </a:xfrm>
        </p:spPr>
        <p:txBody>
          <a:bodyPr/>
          <a:lstStyle/>
          <a:p>
            <a:r>
              <a:rPr lang="en-US" dirty="0"/>
              <a:t>At the lowest level…</a:t>
            </a:r>
          </a:p>
        </p:txBody>
      </p:sp>
      <p:sp>
        <p:nvSpPr>
          <p:cNvPr id="3" name="Content Placeholder 2">
            <a:extLst>
              <a:ext uri="{FF2B5EF4-FFF2-40B4-BE49-F238E27FC236}">
                <a16:creationId xmlns:a16="http://schemas.microsoft.com/office/drawing/2014/main" id="{A79E358C-74DC-90BB-0B3C-0BDC04651BD6}"/>
              </a:ext>
            </a:extLst>
          </p:cNvPr>
          <p:cNvSpPr>
            <a:spLocks noGrp="1"/>
          </p:cNvSpPr>
          <p:nvPr>
            <p:ph idx="1"/>
          </p:nvPr>
        </p:nvSpPr>
        <p:spPr>
          <a:xfrm>
            <a:off x="838200" y="1825625"/>
            <a:ext cx="4392168" cy="4351338"/>
          </a:xfrm>
        </p:spPr>
        <p:txBody>
          <a:bodyPr/>
          <a:lstStyle/>
          <a:p>
            <a:r>
              <a:rPr lang="en-US" dirty="0"/>
              <a:t>A CPU is built using these Boolean logic gates!</a:t>
            </a:r>
          </a:p>
          <a:p>
            <a:r>
              <a:rPr lang="en-US" dirty="0"/>
              <a:t>A lot of them!</a:t>
            </a:r>
          </a:p>
        </p:txBody>
      </p:sp>
      <p:pic>
        <p:nvPicPr>
          <p:cNvPr id="7170" name="Picture 2" descr="8-BIT CPU almost finished!!! No Sub-Circuits. (For fun) : r/logisim">
            <a:extLst>
              <a:ext uri="{FF2B5EF4-FFF2-40B4-BE49-F238E27FC236}">
                <a16:creationId xmlns:a16="http://schemas.microsoft.com/office/drawing/2014/main" id="{6A25E286-3ADE-259A-B126-B39CF628A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200" y="0"/>
            <a:ext cx="6654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B022863-56D7-066B-9FCF-2C68D7A773AE}"/>
              </a:ext>
            </a:extLst>
          </p:cNvPr>
          <p:cNvSpPr/>
          <p:nvPr/>
        </p:nvSpPr>
        <p:spPr>
          <a:xfrm>
            <a:off x="838200" y="4233672"/>
            <a:ext cx="3358896" cy="225920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800" dirty="0"/>
              <a:t>Build a CPU from Scratch @ </a:t>
            </a:r>
            <a:r>
              <a:rPr lang="en-US" sz="2800" b="1" dirty="0">
                <a:solidFill>
                  <a:schemeClr val="tx1"/>
                </a:solidFill>
                <a:hlinkClick r:id="rId3">
                  <a:extLst>
                    <a:ext uri="{A12FA001-AC4F-418D-AE19-62706E023703}">
                      <ahyp:hlinkClr xmlns:ahyp="http://schemas.microsoft.com/office/drawing/2018/hyperlinkcolor" val="tx"/>
                    </a:ext>
                  </a:extLst>
                </a:hlinkClick>
              </a:rPr>
              <a:t>nandgame.com</a:t>
            </a:r>
            <a:endParaRPr lang="en-US" sz="2800" b="1" dirty="0">
              <a:solidFill>
                <a:schemeClr val="tx1"/>
              </a:solidFill>
            </a:endParaRPr>
          </a:p>
        </p:txBody>
      </p:sp>
    </p:spTree>
    <p:extLst>
      <p:ext uri="{BB962C8B-B14F-4D97-AF65-F5344CB8AC3E}">
        <p14:creationId xmlns:p14="http://schemas.microsoft.com/office/powerpoint/2010/main" val="187140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fade">
                                      <p:cBhvr>
                                        <p:cTn id="12" dur="500"/>
                                        <p:tgtEl>
                                          <p:spTgt spid="71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66FA-276A-B19F-B68C-905C4926F141}"/>
              </a:ext>
            </a:extLst>
          </p:cNvPr>
          <p:cNvSpPr>
            <a:spLocks noGrp="1"/>
          </p:cNvSpPr>
          <p:nvPr>
            <p:ph type="ctrTitle"/>
          </p:nvPr>
        </p:nvSpPr>
        <p:spPr/>
        <p:txBody>
          <a:bodyPr/>
          <a:lstStyle/>
          <a:p>
            <a:r>
              <a:rPr lang="en-US" dirty="0"/>
              <a:t>Questions?</a:t>
            </a:r>
          </a:p>
        </p:txBody>
      </p:sp>
      <p:sp>
        <p:nvSpPr>
          <p:cNvPr id="3" name="Subtitle 2">
            <a:extLst>
              <a:ext uri="{FF2B5EF4-FFF2-40B4-BE49-F238E27FC236}">
                <a16:creationId xmlns:a16="http://schemas.microsoft.com/office/drawing/2014/main" id="{5E388936-B26A-944D-D65E-D4E085B6405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4653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Hyland 2024">
  <a:themeElements>
    <a:clrScheme name="Hyland theme - 2024">
      <a:dk1>
        <a:srgbClr val="191C1A"/>
      </a:dk1>
      <a:lt1>
        <a:srgbClr val="FFFFFF"/>
      </a:lt1>
      <a:dk2>
        <a:srgbClr val="0071C7"/>
      </a:dk2>
      <a:lt2>
        <a:srgbClr val="F8F7F2"/>
      </a:lt2>
      <a:accent1>
        <a:srgbClr val="006334"/>
      </a:accent1>
      <a:accent2>
        <a:srgbClr val="66A185"/>
      </a:accent2>
      <a:accent3>
        <a:srgbClr val="F9BF1C"/>
      </a:accent3>
      <a:accent4>
        <a:srgbClr val="DD085A"/>
      </a:accent4>
      <a:accent5>
        <a:srgbClr val="F95300"/>
      </a:accent5>
      <a:accent6>
        <a:srgbClr val="FFA479"/>
      </a:accent6>
      <a:hlink>
        <a:srgbClr val="006334"/>
      </a:hlink>
      <a:folHlink>
        <a:srgbClr val="66A185"/>
      </a:folHlink>
    </a:clrScheme>
    <a:fontScheme name="2024 Hyland">
      <a:majorFont>
        <a:latin typeface="Arial"/>
        <a:ea typeface=""/>
        <a:cs typeface=""/>
      </a:majorFont>
      <a:minorFont>
        <a:latin typeface="Arial"/>
        <a:ea typeface=""/>
        <a:cs typeface=""/>
      </a:minorFont>
    </a:fontScheme>
    <a:fmtScheme name="Hyland">
      <a:fillStyleLst>
        <a:solidFill>
          <a:schemeClr val="phClr"/>
        </a:solidFill>
        <a:solidFill>
          <a:schemeClr val="phClr">
            <a:satMod val="180000"/>
            <a:tint val="40000"/>
          </a:schemeClr>
        </a:solidFill>
        <a:solidFill>
          <a:schemeClr val="phClr">
            <a:shade val="40000"/>
          </a:schemeClr>
        </a:solidFill>
      </a:fillStyleLst>
      <a:lnStyleLst>
        <a:ln>
          <a:solidFill>
            <a:schemeClr val="phClr"/>
          </a:solidFill>
          <a:headEnd type="none" w="med" len="med"/>
          <a:tailEnd type="none" w="med" len="med"/>
        </a:ln>
        <a:ln w="12700" cap="flat" cmpd="sng" algn="ctr">
          <a:solidFill>
            <a:schemeClr val="phClr"/>
          </a:solidFill>
          <a:prstDash val="solid"/>
          <a:miter lim="800000"/>
        </a:ln>
        <a:ln>
          <a:solidFill>
            <a:schemeClr val="phClr"/>
          </a:solidFill>
          <a:headEnd type="none" w="med" len="med"/>
          <a:tailEnd type="none" w="med" len="me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bwMode="auto">
        <a:solidFill>
          <a:schemeClr val="bg2"/>
        </a:solidFill>
        <a:ln w="12700">
          <a:noFill/>
          <a:miter lim="800000"/>
          <a:headEnd type="none" w="med" len="med"/>
          <a:tailEnd type="none" w="med" len="med"/>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defTabSz="932472" fontAlgn="base">
          <a:lnSpc>
            <a:spcPct val="90000"/>
          </a:lnSpc>
          <a:spcBef>
            <a:spcPct val="0"/>
          </a:spcBef>
          <a:spcAft>
            <a:spcPct val="0"/>
          </a:spcAft>
          <a:defRPr sz="1600" dirty="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2700">
          <a:miter lim="800000"/>
          <a:headEnd type="none"/>
          <a:tailEnd type="none"/>
        </a:ln>
      </a:spPr>
      <a:bodyPr/>
      <a:lstStyle/>
      <a:style>
        <a:lnRef idx="1">
          <a:schemeClr val="dk1"/>
        </a:lnRef>
        <a:fillRef idx="0">
          <a:schemeClr val="dk1"/>
        </a:fillRef>
        <a:effectRef idx="0">
          <a:schemeClr val="dk1"/>
        </a:effectRef>
        <a:fontRef idx="minor">
          <a:schemeClr val="tx1"/>
        </a:fontRef>
      </a:style>
    </a:lnDef>
    <a:txDef>
      <a:spPr>
        <a:noFill/>
      </a:spPr>
      <a:bodyPr wrap="none" lIns="91440" tIns="91440" rIns="91440" bIns="91440" rtlCol="0" anchor="t">
        <a:spAutoFit/>
      </a:bodyPr>
      <a:lstStyle>
        <a:defPPr>
          <a:lnSpc>
            <a:spcPct val="90000"/>
          </a:lnSpc>
          <a:spcAft>
            <a:spcPts val="600"/>
          </a:spcAft>
          <a:defRPr sz="2400" dirty="0" smtClean="0">
            <a:gradFill>
              <a:gsLst>
                <a:gs pos="2917">
                  <a:schemeClr val="tx1"/>
                </a:gs>
                <a:gs pos="30000">
                  <a:schemeClr val="tx1"/>
                </a:gs>
              </a:gsLst>
              <a:lin ang="5400000" scaled="0"/>
            </a:gradFill>
          </a:defRPr>
        </a:defPPr>
      </a:lstStyle>
    </a:txDef>
  </a:objectDefaults>
  <a:extraClrSchemeLst/>
  <a:custClrLst/>
  <a:extLst>
    <a:ext uri="{05A4C25C-085E-4340-85A3-A5531E510DB2}">
      <thm15:themeFamily xmlns:thm15="http://schemas.microsoft.com/office/thememl/2012/main" name="Hyland 2023" id="{0AD07FBC-B323-472F-842E-539E02F40128}" vid="{C9ACDFCC-2933-49EE-ACF4-F936D39444C0}"/>
    </a:ext>
  </a:extLst>
</a:theme>
</file>

<file path=docProps/app.xml><?xml version="1.0" encoding="utf-8"?>
<Properties xmlns="http://schemas.openxmlformats.org/officeDocument/2006/extended-properties" xmlns:vt="http://schemas.openxmlformats.org/officeDocument/2006/docPropsVTypes">
  <TotalTime>258</TotalTime>
  <Words>397</Words>
  <Application>Microsoft Office PowerPoint</Application>
  <PresentationFormat>Widescreen</PresentationFormat>
  <Paragraphs>80</Paragraphs>
  <Slides>32</Slides>
  <Notes>0</Notes>
  <HiddenSlides>0</HiddenSlides>
  <MMClips>2</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Aptos</vt:lpstr>
      <vt:lpstr>Aptos Display</vt:lpstr>
      <vt:lpstr>Arial</vt:lpstr>
      <vt:lpstr>Elephant</vt:lpstr>
      <vt:lpstr>Segoe UI</vt:lpstr>
      <vt:lpstr>Wingdings</vt:lpstr>
      <vt:lpstr>Office Theme</vt:lpstr>
      <vt:lpstr>Hyland 2024</vt:lpstr>
      <vt:lpstr>Computer Hardware</vt:lpstr>
      <vt:lpstr>Agenda</vt:lpstr>
      <vt:lpstr>HARDWARE HISTORY</vt:lpstr>
      <vt:lpstr>Hardware History 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PARTS OF A COMPUTER</vt:lpstr>
      <vt:lpstr>ELECTRONIC CIRCUITS</vt:lpstr>
      <vt:lpstr>PowerPoint Presentation</vt:lpstr>
      <vt:lpstr>Electronic Components</vt:lpstr>
      <vt:lpstr>ACTIVITY: Simulating Circuits with Tinkercad</vt:lpstr>
      <vt:lpstr>Break Time</vt:lpstr>
      <vt:lpstr>BINARY DATA</vt:lpstr>
      <vt:lpstr>PowerPoint Presentation</vt:lpstr>
      <vt:lpstr>PowerPoint Presentation</vt:lpstr>
      <vt:lpstr>PowerPoint Presentation</vt:lpstr>
      <vt:lpstr>It from bit</vt:lpstr>
      <vt:lpstr>It from bit</vt:lpstr>
      <vt:lpstr>ACTIVITY: Binary Conversion Game</vt:lpstr>
      <vt:lpstr>LOGIC GATES</vt:lpstr>
      <vt:lpstr>AND – a logical word</vt:lpstr>
      <vt:lpstr>AND – a logical word</vt:lpstr>
      <vt:lpstr>AND – a logical word</vt:lpstr>
      <vt:lpstr>Truth Tables</vt:lpstr>
      <vt:lpstr>True / False … 1 / 0</vt:lpstr>
      <vt:lpstr>At the lowest level…</vt:lpstr>
      <vt:lpstr>Questions?</vt:lpstr>
    </vt:vector>
  </TitlesOfParts>
  <Company>Hyland Software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Maxwell</dc:creator>
  <cp:lastModifiedBy>Joseph Maxwell</cp:lastModifiedBy>
  <cp:revision>6</cp:revision>
  <dcterms:created xsi:type="dcterms:W3CDTF">2026-02-10T16:58:28Z</dcterms:created>
  <dcterms:modified xsi:type="dcterms:W3CDTF">2026-02-10T21:23:58Z</dcterms:modified>
</cp:coreProperties>
</file>