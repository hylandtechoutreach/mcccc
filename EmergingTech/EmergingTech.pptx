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handoutMasterIdLst>
    <p:handoutMasterId r:id="rId50"/>
  </p:handoutMasterIdLst>
  <p:sldIdLst>
    <p:sldId id="256" r:id="rId2"/>
    <p:sldId id="289" r:id="rId3"/>
    <p:sldId id="261" r:id="rId4"/>
    <p:sldId id="291" r:id="rId5"/>
    <p:sldId id="267" r:id="rId6"/>
    <p:sldId id="286" r:id="rId7"/>
    <p:sldId id="287" r:id="rId8"/>
    <p:sldId id="288" r:id="rId9"/>
    <p:sldId id="290" r:id="rId10"/>
    <p:sldId id="292" r:id="rId11"/>
    <p:sldId id="293" r:id="rId12"/>
    <p:sldId id="294" r:id="rId13"/>
    <p:sldId id="295" r:id="rId14"/>
    <p:sldId id="312" r:id="rId15"/>
    <p:sldId id="296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5" r:id="rId29"/>
    <p:sldId id="326" r:id="rId30"/>
    <p:sldId id="327" r:id="rId31"/>
    <p:sldId id="328" r:id="rId32"/>
    <p:sldId id="329" r:id="rId33"/>
    <p:sldId id="263" r:id="rId34"/>
    <p:sldId id="270" r:id="rId35"/>
    <p:sldId id="271" r:id="rId36"/>
    <p:sldId id="274" r:id="rId37"/>
    <p:sldId id="265" r:id="rId38"/>
    <p:sldId id="264" r:id="rId39"/>
    <p:sldId id="273" r:id="rId40"/>
    <p:sldId id="272" r:id="rId41"/>
    <p:sldId id="266" r:id="rId42"/>
    <p:sldId id="330" r:id="rId43"/>
    <p:sldId id="331" r:id="rId44"/>
    <p:sldId id="335" r:id="rId45"/>
    <p:sldId id="334" r:id="rId46"/>
    <p:sldId id="333" r:id="rId47"/>
    <p:sldId id="258" r:id="rId4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3035A5-2208-468E-AE2B-5E43AC9CF2AA}" v="16" dt="2025-04-07T15:39:56.311"/>
  </p1510:revLst>
</p1510:revInfo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59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72" y="150"/>
      </p:cViewPr>
      <p:guideLst>
        <p:guide orient="horz" pos="242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85" d="100"/>
          <a:sy n="185" d="100"/>
        </p:scale>
        <p:origin x="6462" y="15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sa Burdett" userId="66adc0ed-6baf-42f9-827f-c6a85c4f15cc" providerId="ADAL" clId="{F43035A5-2208-468E-AE2B-5E43AC9CF2AA}"/>
    <pc:docChg chg="modSld modMainMaster">
      <pc:chgData name="Lisa Burdett" userId="66adc0ed-6baf-42f9-827f-c6a85c4f15cc" providerId="ADAL" clId="{F43035A5-2208-468E-AE2B-5E43AC9CF2AA}" dt="2025-04-07T15:39:56.311" v="15" actId="14826"/>
      <pc:docMkLst>
        <pc:docMk/>
      </pc:docMkLst>
      <pc:sldChg chg="modAnim">
        <pc:chgData name="Lisa Burdett" userId="66adc0ed-6baf-42f9-827f-c6a85c4f15cc" providerId="ADAL" clId="{F43035A5-2208-468E-AE2B-5E43AC9CF2AA}" dt="2025-04-07T15:38:45.828" v="2"/>
        <pc:sldMkLst>
          <pc:docMk/>
          <pc:sldMk cId="620969603" sldId="256"/>
        </pc:sldMkLst>
      </pc:sldChg>
      <pc:sldMasterChg chg="modSldLayout">
        <pc:chgData name="Lisa Burdett" userId="66adc0ed-6baf-42f9-827f-c6a85c4f15cc" providerId="ADAL" clId="{F43035A5-2208-468E-AE2B-5E43AC9CF2AA}" dt="2025-04-07T15:39:56.311" v="15" actId="14826"/>
        <pc:sldMasterMkLst>
          <pc:docMk/>
          <pc:sldMasterMk cId="4281763928" sldId="2147483660"/>
        </pc:sldMasterMkLst>
        <pc:sldLayoutChg chg="modSp modAnim">
          <pc:chgData name="Lisa Burdett" userId="66adc0ed-6baf-42f9-827f-c6a85c4f15cc" providerId="ADAL" clId="{F43035A5-2208-468E-AE2B-5E43AC9CF2AA}" dt="2025-04-07T15:38:45.828" v="2"/>
          <pc:sldLayoutMkLst>
            <pc:docMk/>
            <pc:sldMasterMk cId="4281763928" sldId="2147483660"/>
            <pc:sldLayoutMk cId="500634556" sldId="2147483661"/>
          </pc:sldLayoutMkLst>
          <pc:picChg chg="mod">
            <ac:chgData name="Lisa Burdett" userId="66adc0ed-6baf-42f9-827f-c6a85c4f15cc" providerId="ADAL" clId="{F43035A5-2208-468E-AE2B-5E43AC9CF2AA}" dt="2025-04-07T15:38:37.830" v="1" actId="14826"/>
            <ac:picMkLst>
              <pc:docMk/>
              <pc:sldMasterMk cId="4281763928" sldId="2147483660"/>
              <pc:sldLayoutMk cId="500634556" sldId="2147483661"/>
              <ac:picMk id="9" creationId="{85AFA447-1F66-B09B-24F5-FE5099D1E9F6}"/>
            </ac:picMkLst>
          </pc:picChg>
        </pc:sldLayoutChg>
        <pc:sldLayoutChg chg="modSp">
          <pc:chgData name="Lisa Burdett" userId="66adc0ed-6baf-42f9-827f-c6a85c4f15cc" providerId="ADAL" clId="{F43035A5-2208-468E-AE2B-5E43AC9CF2AA}" dt="2025-04-07T15:39:56.311" v="15" actId="14826"/>
          <pc:sldLayoutMkLst>
            <pc:docMk/>
            <pc:sldMasterMk cId="4281763928" sldId="2147483660"/>
            <pc:sldLayoutMk cId="3329204170" sldId="2147483689"/>
          </pc:sldLayoutMkLst>
          <pc:picChg chg="mod">
            <ac:chgData name="Lisa Burdett" userId="66adc0ed-6baf-42f9-827f-c6a85c4f15cc" providerId="ADAL" clId="{F43035A5-2208-468E-AE2B-5E43AC9CF2AA}" dt="2025-04-07T15:39:56.311" v="15" actId="14826"/>
            <ac:picMkLst>
              <pc:docMk/>
              <pc:sldMasterMk cId="4281763928" sldId="2147483660"/>
              <pc:sldLayoutMk cId="3329204170" sldId="2147483689"/>
              <ac:picMk id="6" creationId="{F23FB6B2-4A0F-ABD1-1393-AA4E16F4A2A6}"/>
            </ac:picMkLst>
          </pc:picChg>
        </pc:sldLayoutChg>
        <pc:sldLayoutChg chg="modSp">
          <pc:chgData name="Lisa Burdett" userId="66adc0ed-6baf-42f9-827f-c6a85c4f15cc" providerId="ADAL" clId="{F43035A5-2208-468E-AE2B-5E43AC9CF2AA}" dt="2025-04-07T15:39:39.478" v="11" actId="14826"/>
          <pc:sldLayoutMkLst>
            <pc:docMk/>
            <pc:sldMasterMk cId="4281763928" sldId="2147483660"/>
            <pc:sldLayoutMk cId="989059616" sldId="2147483690"/>
          </pc:sldLayoutMkLst>
          <pc:picChg chg="mod">
            <ac:chgData name="Lisa Burdett" userId="66adc0ed-6baf-42f9-827f-c6a85c4f15cc" providerId="ADAL" clId="{F43035A5-2208-468E-AE2B-5E43AC9CF2AA}" dt="2025-04-07T15:39:39.478" v="11" actId="14826"/>
            <ac:picMkLst>
              <pc:docMk/>
              <pc:sldMasterMk cId="4281763928" sldId="2147483660"/>
              <pc:sldLayoutMk cId="989059616" sldId="2147483690"/>
              <ac:picMk id="6" creationId="{F23FB6B2-4A0F-ABD1-1393-AA4E16F4A2A6}"/>
            </ac:picMkLst>
          </pc:picChg>
        </pc:sldLayoutChg>
        <pc:sldLayoutChg chg="modAnim">
          <pc:chgData name="Lisa Burdett" userId="66adc0ed-6baf-42f9-827f-c6a85c4f15cc" providerId="ADAL" clId="{F43035A5-2208-468E-AE2B-5E43AC9CF2AA}" dt="2025-04-07T15:38:58.431" v="3"/>
          <pc:sldLayoutMkLst>
            <pc:docMk/>
            <pc:sldMasterMk cId="4281763928" sldId="2147483660"/>
            <pc:sldLayoutMk cId="2046434122" sldId="2147483696"/>
          </pc:sldLayoutMkLst>
        </pc:sldLayoutChg>
        <pc:sldLayoutChg chg="modAnim">
          <pc:chgData name="Lisa Burdett" userId="66adc0ed-6baf-42f9-827f-c6a85c4f15cc" providerId="ADAL" clId="{F43035A5-2208-468E-AE2B-5E43AC9CF2AA}" dt="2025-04-07T15:39:02.023" v="4"/>
          <pc:sldLayoutMkLst>
            <pc:docMk/>
            <pc:sldMasterMk cId="4281763928" sldId="2147483660"/>
            <pc:sldLayoutMk cId="638400361" sldId="2147483697"/>
          </pc:sldLayoutMkLst>
        </pc:sldLayoutChg>
        <pc:sldLayoutChg chg="modAnim">
          <pc:chgData name="Lisa Burdett" userId="66adc0ed-6baf-42f9-827f-c6a85c4f15cc" providerId="ADAL" clId="{F43035A5-2208-468E-AE2B-5E43AC9CF2AA}" dt="2025-04-07T15:39:10.058" v="6"/>
          <pc:sldLayoutMkLst>
            <pc:docMk/>
            <pc:sldMasterMk cId="4281763928" sldId="2147483660"/>
            <pc:sldLayoutMk cId="1509327421" sldId="2147483698"/>
          </pc:sldLayoutMkLst>
        </pc:sldLayoutChg>
        <pc:sldLayoutChg chg="modAnim">
          <pc:chgData name="Lisa Burdett" userId="66adc0ed-6baf-42f9-827f-c6a85c4f15cc" providerId="ADAL" clId="{F43035A5-2208-468E-AE2B-5E43AC9CF2AA}" dt="2025-04-07T15:39:06.406" v="5"/>
          <pc:sldLayoutMkLst>
            <pc:docMk/>
            <pc:sldMasterMk cId="4281763928" sldId="2147483660"/>
            <pc:sldLayoutMk cId="1928534367" sldId="2147483699"/>
          </pc:sldLayoutMkLst>
        </pc:sldLayoutChg>
        <pc:sldLayoutChg chg="modAnim">
          <pc:chgData name="Lisa Burdett" userId="66adc0ed-6baf-42f9-827f-c6a85c4f15cc" providerId="ADAL" clId="{F43035A5-2208-468E-AE2B-5E43AC9CF2AA}" dt="2025-04-07T15:39:18.563" v="7"/>
          <pc:sldLayoutMkLst>
            <pc:docMk/>
            <pc:sldMasterMk cId="4281763928" sldId="2147483660"/>
            <pc:sldLayoutMk cId="2260535882" sldId="2147483713"/>
          </pc:sldLayoutMkLst>
        </pc:sldLayoutChg>
        <pc:sldLayoutChg chg="modSp">
          <pc:chgData name="Lisa Burdett" userId="66adc0ed-6baf-42f9-827f-c6a85c4f15cc" providerId="ADAL" clId="{F43035A5-2208-468E-AE2B-5E43AC9CF2AA}" dt="2025-04-07T15:39:48.102" v="13" actId="14826"/>
          <pc:sldLayoutMkLst>
            <pc:docMk/>
            <pc:sldMasterMk cId="4281763928" sldId="2147483660"/>
            <pc:sldLayoutMk cId="2373569174" sldId="2147483718"/>
          </pc:sldLayoutMkLst>
          <pc:picChg chg="mod">
            <ac:chgData name="Lisa Burdett" userId="66adc0ed-6baf-42f9-827f-c6a85c4f15cc" providerId="ADAL" clId="{F43035A5-2208-468E-AE2B-5E43AC9CF2AA}" dt="2025-04-07T15:39:48.102" v="13" actId="14826"/>
            <ac:picMkLst>
              <pc:docMk/>
              <pc:sldMasterMk cId="4281763928" sldId="2147483660"/>
              <pc:sldLayoutMk cId="2373569174" sldId="2147483718"/>
              <ac:picMk id="9" creationId="{188BD127-3676-C6B1-49EF-1ACEFF303FD4}"/>
            </ac:picMkLst>
          </pc:picChg>
        </pc:sldLayoutChg>
        <pc:sldLayoutChg chg="modAnim">
          <pc:chgData name="Lisa Burdett" userId="66adc0ed-6baf-42f9-827f-c6a85c4f15cc" providerId="ADAL" clId="{F43035A5-2208-468E-AE2B-5E43AC9CF2AA}" dt="2025-04-07T15:39:26.750" v="8"/>
          <pc:sldLayoutMkLst>
            <pc:docMk/>
            <pc:sldMasterMk cId="4281763928" sldId="2147483660"/>
            <pc:sldLayoutMk cId="378823778" sldId="2147483721"/>
          </pc:sldLayoutMkLst>
        </pc:sldLayoutChg>
        <pc:sldLayoutChg chg="modAnim">
          <pc:chgData name="Lisa Burdett" userId="66adc0ed-6baf-42f9-827f-c6a85c4f15cc" providerId="ADAL" clId="{F43035A5-2208-468E-AE2B-5E43AC9CF2AA}" dt="2025-04-07T15:39:30.109" v="9"/>
          <pc:sldLayoutMkLst>
            <pc:docMk/>
            <pc:sldMasterMk cId="4281763928" sldId="2147483660"/>
            <pc:sldLayoutMk cId="3400256061" sldId="2147483722"/>
          </pc:sldLayoutMkLst>
        </pc:sldLayoutChg>
      </pc:sldMasterChg>
    </pc:docChg>
  </pc:docChgLst>
  <pc:docChgLst>
    <pc:chgData name="Lisa Burdett" userId="66adc0ed-6baf-42f9-827f-c6a85c4f15cc" providerId="ADAL" clId="{98132E81-B512-4A93-831D-DD550329E8F3}"/>
    <pc:docChg chg="modMainMaster">
      <pc:chgData name="Lisa Burdett" userId="66adc0ed-6baf-42f9-827f-c6a85c4f15cc" providerId="ADAL" clId="{98132E81-B512-4A93-831D-DD550329E8F3}" dt="2025-03-23T18:39:59.857" v="0" actId="6014"/>
      <pc:docMkLst>
        <pc:docMk/>
      </pc:docMkLst>
      <pc:sldMasterChg chg="mod">
        <pc:chgData name="Lisa Burdett" userId="66adc0ed-6baf-42f9-827f-c6a85c4f15cc" providerId="ADAL" clId="{98132E81-B512-4A93-831D-DD550329E8F3}" dt="2025-03-23T18:39:59.857" v="0" actId="6014"/>
        <pc:sldMasterMkLst>
          <pc:docMk/>
          <pc:sldMasterMk cId="4281763928" sldId="2147483660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8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B0CA4E-B77A-0576-8001-15E6412EBD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31010" y="8893492"/>
            <a:ext cx="5421375" cy="242289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C10B1-63C1-ED44-E825-0499D60A60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914700" y="112074"/>
            <a:ext cx="959062" cy="24229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33A213D-7F76-41B0-A925-BC32A60B99E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298D148-FBFF-5BB9-0CB7-01019B120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2384" y="8942038"/>
            <a:ext cx="461904" cy="24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05092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42913" y="609600"/>
            <a:ext cx="4032250" cy="2268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31010" y="3109129"/>
            <a:ext cx="5878350" cy="503555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E2D9AAA-DBCE-3AF9-56D8-BD9B3D1E0A4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431010" y="8893492"/>
            <a:ext cx="5421375" cy="242289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AA7DD2D7-2E89-65C0-63F2-744B2B3BC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914700" y="112074"/>
            <a:ext cx="959062" cy="24229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33A213D-7F76-41B0-A925-BC32A60B99E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504C3D2-F00F-602E-B3C8-A5493DEEE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2384" y="8942038"/>
            <a:ext cx="461904" cy="24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027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Let’s start by talking about two distinct types of futuristic technologies</a:t>
            </a:r>
          </a:p>
          <a:p>
            <a:r>
              <a:rPr lang="en-US" b="0" dirty="0"/>
              <a:t>The first is “emerging” – </a:t>
            </a:r>
            <a:r>
              <a:rPr lang="en-US" b="1" dirty="0"/>
              <a:t>ask the students if they can guess what “emerging” technologies are</a:t>
            </a:r>
            <a:endParaRPr lang="en-US" b="0" dirty="0"/>
          </a:p>
          <a:p>
            <a:pPr lvl="1"/>
            <a:r>
              <a:rPr lang="en-US" b="0" dirty="0"/>
              <a:t>There are a few key criteria…</a:t>
            </a:r>
          </a:p>
          <a:p>
            <a:pPr lvl="0"/>
            <a:r>
              <a:rPr lang="en-US" b="0" dirty="0"/>
              <a:t>They must </a:t>
            </a:r>
            <a:r>
              <a:rPr lang="en-US" b="0" i="1" dirty="0"/>
              <a:t>actually exist</a:t>
            </a:r>
            <a:r>
              <a:rPr lang="en-US" b="0" i="0" dirty="0"/>
              <a:t> in some way</a:t>
            </a:r>
          </a:p>
          <a:p>
            <a:pPr lvl="0"/>
            <a:r>
              <a:rPr lang="en-US" b="0" i="0" dirty="0"/>
              <a:t>They must </a:t>
            </a:r>
            <a:r>
              <a:rPr lang="en-US" b="0" i="1" dirty="0"/>
              <a:t>not</a:t>
            </a:r>
            <a:r>
              <a:rPr lang="en-US" b="0" i="0" dirty="0"/>
              <a:t> be “mainstream” – not used by everyone already, like a smart phone or something like that</a:t>
            </a:r>
          </a:p>
          <a:p>
            <a:pPr lvl="0"/>
            <a:r>
              <a:rPr lang="en-US" b="0" i="0" dirty="0"/>
              <a:t>There are some basic phases:</a:t>
            </a:r>
          </a:p>
          <a:p>
            <a:pPr lvl="1"/>
            <a:r>
              <a:rPr lang="en-US" b="0" i="0" dirty="0"/>
              <a:t>Research (preliminary stage)</a:t>
            </a:r>
          </a:p>
          <a:p>
            <a:pPr lvl="1"/>
            <a:r>
              <a:rPr lang="en-US" b="0" i="0" dirty="0"/>
              <a:t>Prototype (actually having some version of the technology)</a:t>
            </a:r>
          </a:p>
          <a:p>
            <a:pPr lvl="1"/>
            <a:r>
              <a:rPr lang="en-US" b="0" i="0" dirty="0"/>
              <a:t>Development (active work on the technology)</a:t>
            </a:r>
          </a:p>
          <a:p>
            <a:pPr lvl="1"/>
            <a:r>
              <a:rPr lang="en-US" b="0" i="0" dirty="0"/>
              <a:t>Diffusion (technology works, and is in the process of becoming mainstream)</a:t>
            </a:r>
          </a:p>
          <a:p>
            <a:pPr lvl="0"/>
            <a:r>
              <a:rPr lang="en-US" b="1" i="0" dirty="0"/>
              <a:t>Ask the students if they can think of examples of “emerging” technologies</a:t>
            </a:r>
            <a:endParaRPr lang="en-US" b="0" i="0" dirty="0"/>
          </a:p>
          <a:p>
            <a:pPr lvl="1"/>
            <a:r>
              <a:rPr lang="en-US" b="0" i="0" dirty="0"/>
              <a:t>(hint: we have covered some of them in this presentation!)</a:t>
            </a:r>
          </a:p>
          <a:p>
            <a:pPr lvl="0"/>
            <a:r>
              <a:rPr lang="en-US" b="0" i="0" dirty="0"/>
              <a:t>Reveal some examples – some of these are farther along than others, but they are all considered “emerging”</a:t>
            </a:r>
          </a:p>
          <a:p>
            <a:pPr lvl="0"/>
            <a:endParaRPr lang="en-US" b="0" i="0" dirty="0"/>
          </a:p>
          <a:p>
            <a:pPr lvl="0"/>
            <a:r>
              <a:rPr lang="en-US" b="0" i="0" dirty="0"/>
              <a:t>Next, talk about another type of future technology – “hypothetical” – </a:t>
            </a:r>
            <a:r>
              <a:rPr lang="en-US" b="1" i="0" dirty="0"/>
              <a:t>ask the students if they can guess what hypothetical technologies would be</a:t>
            </a:r>
            <a:endParaRPr lang="en-US" b="0" i="0" dirty="0"/>
          </a:p>
          <a:p>
            <a:pPr lvl="0"/>
            <a:r>
              <a:rPr lang="en-US" b="0" i="0" dirty="0"/>
              <a:t>The main criteria here is that the technology must NOT EXIST at all</a:t>
            </a:r>
          </a:p>
          <a:p>
            <a:pPr lvl="0"/>
            <a:r>
              <a:rPr lang="en-US" b="0" i="0" dirty="0"/>
              <a:t>These technologies are often used in Sci-Fi… but as we know, sci-fi can sometimes turn into sci-non-fi</a:t>
            </a:r>
          </a:p>
          <a:p>
            <a:pPr lvl="0"/>
            <a:r>
              <a:rPr lang="en-US" b="0" i="0" dirty="0"/>
              <a:t>The fun part is that these technologies </a:t>
            </a:r>
            <a:r>
              <a:rPr lang="en-US" b="0" i="1" dirty="0"/>
              <a:t>might</a:t>
            </a:r>
            <a:r>
              <a:rPr lang="en-US" b="0" i="0" dirty="0"/>
              <a:t> exist in the future</a:t>
            </a:r>
          </a:p>
          <a:p>
            <a:pPr lvl="0"/>
            <a:r>
              <a:rPr lang="en-US" b="1" i="0" dirty="0"/>
              <a:t>Ask the students if they can think of any examples of hypothetical technologies</a:t>
            </a:r>
            <a:endParaRPr lang="en-US" b="0" i="0" dirty="0"/>
          </a:p>
          <a:p>
            <a:pPr lvl="0"/>
            <a:r>
              <a:rPr lang="en-US" b="0" i="0" dirty="0"/>
              <a:t>Reveal a few examples – time machines and teleporters will probably never exist, but water-fueled cars and immortality via life extension may be possible</a:t>
            </a:r>
          </a:p>
          <a:p>
            <a:pPr lvl="1"/>
            <a:r>
              <a:rPr lang="en-US" b="0" i="0" dirty="0"/>
              <a:t>Or, who knows, anything might happen or not happen</a:t>
            </a:r>
            <a:endParaRPr lang="en-US" b="1" i="0" dirty="0"/>
          </a:p>
        </p:txBody>
      </p:sp>
    </p:spTree>
    <p:extLst>
      <p:ext uri="{BB962C8B-B14F-4D97-AF65-F5344CB8AC3E}">
        <p14:creationId xmlns:p14="http://schemas.microsoft.com/office/powerpoint/2010/main" val="107293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how they feel about society. It’s </a:t>
            </a:r>
            <a:r>
              <a:rPr lang="en-US" dirty="0" err="1"/>
              <a:t>kinda</a:t>
            </a:r>
            <a:r>
              <a:rPr lang="en-US" dirty="0"/>
              <a:t> lowkey crumbling atm.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A213D-7F76-41B0-A925-BC32A60B99E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12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56F78-AC48-DCE7-70F2-EE949B518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617D3B-9377-AFCE-4515-4F3225584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07903-0966-13CE-947D-5DB225691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how they feel about society. It’s </a:t>
            </a:r>
            <a:r>
              <a:rPr lang="en-US" dirty="0" err="1"/>
              <a:t>kinda</a:t>
            </a:r>
            <a:r>
              <a:rPr lang="en-US" dirty="0"/>
              <a:t> lowkey crumbling atm.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9C21C-4424-F81F-EFAC-43C68ABBB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A213D-7F76-41B0-A925-BC32A60B99E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2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sv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png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svg"/><Relationship Id="rId4" Type="http://schemas.openxmlformats.org/officeDocument/2006/relationships/image" Target="../media/image8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gradFill>
          <a:gsLst>
            <a:gs pos="0">
              <a:srgbClr val="002378"/>
            </a:gs>
            <a:gs pos="12000">
              <a:srgbClr val="00196E"/>
            </a:gs>
            <a:gs pos="77000">
              <a:srgbClr val="000F4A"/>
            </a:gs>
            <a:gs pos="40000">
              <a:srgbClr val="000532"/>
            </a:gs>
            <a:gs pos="89000">
              <a:srgbClr val="001E6E"/>
            </a:gs>
            <a:gs pos="100000">
              <a:srgbClr val="194BAF"/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C550A-ADEB-9F76-6514-97A18BF58AF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654" y="1516063"/>
            <a:ext cx="8904413" cy="247986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[Click to add 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2AA45-CE69-1543-EB6E-34FEAF46C0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656" y="4194938"/>
            <a:ext cx="7490185" cy="8382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[Click to add presenter(s) / additional information</a:t>
            </a:r>
          </a:p>
        </p:txBody>
      </p:sp>
      <p:sp>
        <p:nvSpPr>
          <p:cNvPr id="7" name="Flowchart: Data 1">
            <a:extLst>
              <a:ext uri="{FF2B5EF4-FFF2-40B4-BE49-F238E27FC236}">
                <a16:creationId xmlns:a16="http://schemas.microsoft.com/office/drawing/2014/main" id="{CDFEBD10-5876-1CC1-BCDC-2A5A79DDB18A}"/>
              </a:ext>
            </a:extLst>
          </p:cNvPr>
          <p:cNvSpPr/>
          <p:nvPr userDrawn="1"/>
        </p:nvSpPr>
        <p:spPr>
          <a:xfrm>
            <a:off x="0" y="6171117"/>
            <a:ext cx="7966841" cy="692078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505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48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61 h 10061"/>
              <a:gd name="connsiteX1" fmla="*/ 7 w 10000"/>
              <a:gd name="connsiteY1" fmla="*/ 0 h 10061"/>
              <a:gd name="connsiteX2" fmla="*/ 10000 w 10000"/>
              <a:gd name="connsiteY2" fmla="*/ 61 h 10061"/>
              <a:gd name="connsiteX3" fmla="*/ 9480 w 10000"/>
              <a:gd name="connsiteY3" fmla="*/ 10061 h 10061"/>
              <a:gd name="connsiteX4" fmla="*/ 0 w 10000"/>
              <a:gd name="connsiteY4" fmla="*/ 10061 h 10061"/>
              <a:gd name="connsiteX0" fmla="*/ 0 w 10000"/>
              <a:gd name="connsiteY0" fmla="*/ 10061 h 10061"/>
              <a:gd name="connsiteX1" fmla="*/ 0 w 10000"/>
              <a:gd name="connsiteY1" fmla="*/ 0 h 10061"/>
              <a:gd name="connsiteX2" fmla="*/ 10000 w 10000"/>
              <a:gd name="connsiteY2" fmla="*/ 61 h 10061"/>
              <a:gd name="connsiteX3" fmla="*/ 9480 w 10000"/>
              <a:gd name="connsiteY3" fmla="*/ 10061 h 10061"/>
              <a:gd name="connsiteX4" fmla="*/ 0 w 10000"/>
              <a:gd name="connsiteY4" fmla="*/ 10061 h 10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61">
                <a:moveTo>
                  <a:pt x="0" y="10061"/>
                </a:moveTo>
                <a:cubicBezTo>
                  <a:pt x="2" y="6707"/>
                  <a:pt x="-2" y="3354"/>
                  <a:pt x="0" y="0"/>
                </a:cubicBezTo>
                <a:lnTo>
                  <a:pt x="10000" y="61"/>
                </a:lnTo>
                <a:cubicBezTo>
                  <a:pt x="9827" y="3394"/>
                  <a:pt x="9653" y="6728"/>
                  <a:pt x="9480" y="10061"/>
                </a:cubicBezTo>
                <a:lnTo>
                  <a:pt x="0" y="1006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26B80FF-FFC9-B88C-2407-E49DE248C9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656" y="6291533"/>
            <a:ext cx="7048332" cy="4683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200">
                <a:solidFill>
                  <a:schemeClr val="bg2"/>
                </a:solidFill>
              </a:defRPr>
            </a:lvl1pPr>
            <a:lvl2pPr marL="322119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[Click to add date]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85AFA447-1F66-B09B-24F5-FE5099D1E9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" b="75"/>
          <a:stretch/>
        </p:blipFill>
        <p:spPr>
          <a:xfrm>
            <a:off x="489339" y="769607"/>
            <a:ext cx="2555236" cy="528140"/>
          </a:xfrm>
          <a:prstGeom prst="rect">
            <a:avLst/>
          </a:prstGeom>
        </p:spPr>
      </p:pic>
      <p:pic>
        <p:nvPicPr>
          <p:cNvPr id="10" name="Picture 9" descr="A blue and green square with a black background&#10;&#10;AI-generated content may be incorrect.">
            <a:extLst>
              <a:ext uri="{FF2B5EF4-FFF2-40B4-BE49-F238E27FC236}">
                <a16:creationId xmlns:a16="http://schemas.microsoft.com/office/drawing/2014/main" id="{20BAD416-7EDB-1D4E-BF7E-F724FDC37C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alphaModFix amt="1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7655166" y="-5"/>
            <a:ext cx="4536831" cy="61711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CE61AB-3E5E-FE38-DECF-98D2D1B5078F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bg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5006345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EBE17-4DD2-21E2-ABA7-F6D42817C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06C06-FE3D-7FF2-EB7C-5634980811AE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FB826-F1E9-CC76-5882-399D0C4D7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C3A01-719B-4C77-9AB3-44DC87CD8750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6FC7B-AA7F-C4DA-68AF-77C141A16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2789C-6C5B-D210-1D9B-F5B607AE2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11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Gradient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1A67A7-1315-DDFC-BD48-0B6A9585B6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87B219-73F4-5E7E-8701-E6715A25DCF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655" y="1524001"/>
            <a:ext cx="11235446" cy="4652963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E3F1B3-A386-7F0E-0890-E1D961E77AC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A6F18ED-1E40-4E77-AE3B-CE1E57CCF8F2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417164-773A-DB86-A55B-D37CF940B9D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D12BC-2C1C-6CB6-88D2-FFB242609C3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1769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E03FABD-CD21-60B1-9757-85F6486A25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6655" y="1668780"/>
            <a:ext cx="5523692" cy="468630"/>
          </a:xfrm>
          <a:custGeom>
            <a:avLst/>
            <a:gdLst>
              <a:gd name="connsiteX0" fmla="*/ 5523692 w 5523692"/>
              <a:gd name="connsiteY0" fmla="*/ 0 h 468630"/>
              <a:gd name="connsiteX1" fmla="*/ 5373325 w 5523692"/>
              <a:gd name="connsiteY1" fmla="*/ 468630 h 468630"/>
              <a:gd name="connsiteX2" fmla="*/ 0 w 5523692"/>
              <a:gd name="connsiteY2" fmla="*/ 468630 h 468630"/>
              <a:gd name="connsiteX3" fmla="*/ 154970 w 5523692"/>
              <a:gd name="connsiteY3" fmla="*/ 4434 h 46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3692" h="468630">
                <a:moveTo>
                  <a:pt x="5523692" y="0"/>
                </a:moveTo>
                <a:lnTo>
                  <a:pt x="5373325" y="468630"/>
                </a:lnTo>
                <a:lnTo>
                  <a:pt x="0" y="468630"/>
                </a:lnTo>
                <a:lnTo>
                  <a:pt x="154970" y="4434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8EBDD1E-0E08-AD11-A5D6-7F16510CB4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91652" y="1668782"/>
            <a:ext cx="5566056" cy="468629"/>
          </a:xfrm>
          <a:custGeom>
            <a:avLst/>
            <a:gdLst>
              <a:gd name="connsiteX0" fmla="*/ 5566056 w 5566056"/>
              <a:gd name="connsiteY0" fmla="*/ 0 h 468629"/>
              <a:gd name="connsiteX1" fmla="*/ 5566056 w 5566056"/>
              <a:gd name="connsiteY1" fmla="*/ 1957 h 468629"/>
              <a:gd name="connsiteX2" fmla="*/ 5415151 w 5566056"/>
              <a:gd name="connsiteY2" fmla="*/ 468629 h 468629"/>
              <a:gd name="connsiteX3" fmla="*/ 0 w 5566056"/>
              <a:gd name="connsiteY3" fmla="*/ 468629 h 468629"/>
              <a:gd name="connsiteX4" fmla="*/ 156177 w 5566056"/>
              <a:gd name="connsiteY4" fmla="*/ 4433 h 468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6056" h="468629">
                <a:moveTo>
                  <a:pt x="5566056" y="0"/>
                </a:moveTo>
                <a:lnTo>
                  <a:pt x="5566056" y="1957"/>
                </a:lnTo>
                <a:lnTo>
                  <a:pt x="5415151" y="468629"/>
                </a:lnTo>
                <a:lnTo>
                  <a:pt x="0" y="468629"/>
                </a:lnTo>
                <a:lnTo>
                  <a:pt x="156177" y="4433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D1F947-391B-EFDA-064E-BBCB0C4B3E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  <p:sp>
        <p:nvSpPr>
          <p:cNvPr id="15" name="Content Placeholder 11">
            <a:extLst>
              <a:ext uri="{FF2B5EF4-FFF2-40B4-BE49-F238E27FC236}">
                <a16:creationId xmlns:a16="http://schemas.microsoft.com/office/drawing/2014/main" id="{5B2065A5-0501-71A5-6865-16313585C46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6250" y="2423160"/>
            <a:ext cx="5487988" cy="3755390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6D1D1753-B697-6872-6AAC-C3F5065F212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23000" y="2423160"/>
            <a:ext cx="5491163" cy="3755390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456E6-C9F8-EB08-FC0E-688C654B7EA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17B6EA2-C518-4BA2-90F9-CC96ACB48612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3DD683-D36E-BBE3-032D-479DF1F5BE8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8AA8F-5BBE-3043-38DC-D77CC77F61A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368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0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E31F058-58D4-9FB8-17AA-631FAC0CCD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6656" y="1668780"/>
            <a:ext cx="3461548" cy="59436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164" name="Text Placeholder 8">
            <a:extLst>
              <a:ext uri="{FF2B5EF4-FFF2-40B4-BE49-F238E27FC236}">
                <a16:creationId xmlns:a16="http://schemas.microsoft.com/office/drawing/2014/main" id="{492887F5-EF1F-272E-FB34-BA69B90462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3604" y="1668780"/>
            <a:ext cx="3461548" cy="59436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165" name="Text Placeholder 8">
            <a:extLst>
              <a:ext uri="{FF2B5EF4-FFF2-40B4-BE49-F238E27FC236}">
                <a16:creationId xmlns:a16="http://schemas.microsoft.com/office/drawing/2014/main" id="{564EC78A-D51E-5C6F-ACCA-134C6A5150D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50552" y="1668780"/>
            <a:ext cx="3461548" cy="59436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1B4C94-6EA7-DE45-1C16-2CCEA06C8B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365125"/>
            <a:ext cx="11235446" cy="957837"/>
          </a:xfrm>
        </p:spPr>
        <p:txBody>
          <a:bodyPr/>
          <a:lstStyle/>
          <a:p>
            <a:r>
              <a:rPr lang="en-US" dirty="0"/>
              <a:t>[Add headline]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F819557-D63E-D522-FE8D-9A882FD58D1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6250" y="2418177"/>
            <a:ext cx="3465576" cy="376037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515BE0D-3FE0-81D8-E804-DD817A274BD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363603" y="2418177"/>
            <a:ext cx="3465576" cy="376037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93FA459-11BC-1515-3D4A-4228DB1724E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50552" y="2420041"/>
            <a:ext cx="3465576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</a:t>
            </a:r>
          </a:p>
          <a:p>
            <a:pPr lvl="1"/>
            <a:r>
              <a:rPr lang="en-US" dirty="0"/>
              <a:t>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842593-B66A-4A19-6EB5-C3F2B221ECE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65378917-B1FF-4A52-ACCF-13C7FBC5D5A7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1BC2C2-2075-4509-CFB8-D95D387DC14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7017B-A31B-B1C8-AE07-128E68E7DCC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474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04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AF4454A-1163-CE8E-4E2D-40F6881C06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6656" y="1668780"/>
            <a:ext cx="2723744" cy="59436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1AF78D1-7BAB-FEED-2642-42C2144FFD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3890" y="1668780"/>
            <a:ext cx="2723744" cy="59436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50AC1CC4-892B-E235-81BC-15D3794CBC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1124" y="1668780"/>
            <a:ext cx="2723744" cy="59436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F3CE6D06-3DFB-168E-C0A9-346CE30CE1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88358" y="1668780"/>
            <a:ext cx="2723744" cy="59436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25A77-EF19-12B0-4EAC-BAF6B75518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90E520C-6300-A004-5B71-126677B05DF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76250" y="2423160"/>
            <a:ext cx="2724912" cy="375539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4CF236D1-0DF4-3035-C73A-F9A9040A869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13890" y="2423160"/>
            <a:ext cx="2724912" cy="375539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259B2F7-833F-913F-3D86-0A2CD0FE09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51124" y="2423160"/>
            <a:ext cx="2724912" cy="371072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7AB11C0-522F-735B-4F7B-548C5EDF138F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988425" y="2423160"/>
            <a:ext cx="2724150" cy="375539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B39EF4-C5BA-104F-0DB1-5E2FE18CF63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8AE328AB-B028-465F-AC96-3659E34BD48A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93D47C-142E-1783-338B-CCCE4F0C9B0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94851-5D1E-CEC5-CC15-B0037137CDB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206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04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98FF9-0F40-03E3-AB81-670EE4DC8D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6249" y="1610971"/>
            <a:ext cx="11235445" cy="456757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A5674-AC82-48D2-CB56-30149CAAA51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76250" y="1074746"/>
            <a:ext cx="11237913" cy="441318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[Click to insert sub-title]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6AEB8-859C-3468-157B-0DA4DCF1D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F2489-D6F9-464E-9691-CACD1332E96E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5BE91-A7B7-5BB3-1DE7-D51060E92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225DB-0EB7-DBFF-C8D2-4E13592C1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3FAAD8E-C9DA-9608-2773-4008E9AD8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365125"/>
            <a:ext cx="11235446" cy="709621"/>
          </a:xfrm>
        </p:spPr>
        <p:txBody>
          <a:bodyPr/>
          <a:lstStyle/>
          <a:p>
            <a:r>
              <a:rPr lang="en-US" dirty="0"/>
              <a:t>[Add headline]</a:t>
            </a:r>
          </a:p>
        </p:txBody>
      </p:sp>
    </p:spTree>
    <p:extLst>
      <p:ext uri="{BB962C8B-B14F-4D97-AF65-F5344CB8AC3E}">
        <p14:creationId xmlns:p14="http://schemas.microsoft.com/office/powerpoint/2010/main" val="350851886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Centered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3C959D-9680-FE78-4473-B5F8D0FA55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D4341A-43FC-3C91-6B52-92D3D4684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1C6C8-CCCA-4CB3-BE26-D2B6E010B6E2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94CDCB-ED3C-A358-FAF5-DC2C5A25E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5916B-0D54-1F63-4477-62ADD91F1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725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~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67EE46-232A-3E52-B735-BB1BF31C5BCE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40B89E-CAC6-8690-FBAA-7E5EA36741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143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77326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- Agenda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796E2-7169-ABF7-F483-D151455C9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3292" y="1516063"/>
            <a:ext cx="3088849" cy="20859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[Add “Topic” or “Agenda”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158160-6325-1B29-F816-40A0279BE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336EB-F901-427F-9B57-A9CF410E8151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3384C5-875E-04B9-FBD8-E2BF420D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EFD6F9-3401-A04B-30FD-21C8EA0366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22713" y="1516063"/>
            <a:ext cx="7786687" cy="4662487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/>
            </a:lvl1pPr>
            <a:lvl2pPr marL="227013" indent="0">
              <a:buFont typeface="Arial" panose="020B0604020202020204" pitchFamily="34" charset="0"/>
              <a:buChar char="​"/>
              <a:defRPr>
                <a:solidFill>
                  <a:schemeClr val="accent1"/>
                </a:solidFill>
              </a:defRPr>
            </a:lvl2pPr>
            <a:lvl3pPr marL="227013" indent="0">
              <a:buFont typeface="Arial" panose="020B0604020202020204" pitchFamily="34" charset="0"/>
              <a:buChar char="​"/>
              <a:defRPr/>
            </a:lvl3pPr>
            <a:lvl4pPr marL="227013" indent="0">
              <a:buFont typeface="Arial" panose="020B0604020202020204" pitchFamily="34" charset="0"/>
              <a:buChar char="​"/>
              <a:defRPr/>
            </a:lvl4pPr>
            <a:lvl5pPr marL="227013" indent="0">
              <a:buFont typeface="Arial" panose="020B0604020202020204" pitchFamily="34" charset="0"/>
              <a:buChar char="​"/>
              <a:defRPr/>
            </a:lvl5pPr>
          </a:lstStyle>
          <a:p>
            <a:pPr lvl="0"/>
            <a:r>
              <a:rPr lang="en-US" dirty="0"/>
              <a:t>[Insert Section Title] use “Enter” + “Tab” to add [Section text] and Shift + Tab to add additional [Section Titles]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359583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- Agenda Rule of 3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796E2-7169-ABF7-F483-D151455C9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3292" y="1516063"/>
            <a:ext cx="3088849" cy="20859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[Add “Topic” or “Agenda”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158160-6325-1B29-F816-40A0279BE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16879-8F44-4F1D-B8EC-BA7990485DE1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3384C5-875E-04B9-FBD8-E2BF420D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4366B-A351-D8CE-6E84-D05D4ACBF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AA23D2E-F131-6200-6FB2-C55A5D6778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5662" y="1516063"/>
            <a:ext cx="7036338" cy="1026357"/>
          </a:xfrm>
          <a:custGeom>
            <a:avLst/>
            <a:gdLst>
              <a:gd name="connsiteX0" fmla="*/ 573671 w 7036338"/>
              <a:gd name="connsiteY0" fmla="*/ 0 h 1026357"/>
              <a:gd name="connsiteX1" fmla="*/ 7036338 w 7036338"/>
              <a:gd name="connsiteY1" fmla="*/ 0 h 1026357"/>
              <a:gd name="connsiteX2" fmla="*/ 7036338 w 7036338"/>
              <a:gd name="connsiteY2" fmla="*/ 1026357 h 1026357"/>
              <a:gd name="connsiteX3" fmla="*/ 0 w 7036338"/>
              <a:gd name="connsiteY3" fmla="*/ 1026357 h 1026357"/>
              <a:gd name="connsiteX4" fmla="*/ 0 w 7036338"/>
              <a:gd name="connsiteY4" fmla="*/ 1026355 h 102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36338" h="1026357">
                <a:moveTo>
                  <a:pt x="573671" y="0"/>
                </a:moveTo>
                <a:lnTo>
                  <a:pt x="7036338" y="0"/>
                </a:lnTo>
                <a:lnTo>
                  <a:pt x="7036338" y="1026357"/>
                </a:lnTo>
                <a:lnTo>
                  <a:pt x="0" y="1026357"/>
                </a:lnTo>
                <a:lnTo>
                  <a:pt x="0" y="1026355"/>
                </a:lnTo>
                <a:close/>
              </a:path>
            </a:pathLst>
          </a:custGeom>
          <a:gradFill>
            <a:gsLst>
              <a:gs pos="78000">
                <a:schemeClr val="accent1">
                  <a:alpha val="2000"/>
                  <a:lumMod val="100000"/>
                </a:schemeClr>
              </a:gs>
              <a:gs pos="25000">
                <a:schemeClr val="accent1">
                  <a:alpha val="2000"/>
                </a:schemeClr>
              </a:gs>
              <a:gs pos="52000">
                <a:schemeClr val="accent1">
                  <a:lumMod val="50000"/>
                  <a:alpha val="0"/>
                </a:schemeClr>
              </a:gs>
              <a:gs pos="52000">
                <a:schemeClr val="accent1">
                  <a:lumMod val="50000"/>
                  <a:alpha val="0"/>
                </a:schemeClr>
              </a:gs>
              <a:gs pos="98000">
                <a:schemeClr val="accent1">
                  <a:lumMod val="40000"/>
                  <a:lumOff val="60000"/>
                  <a:alpha val="15000"/>
                </a:schemeClr>
              </a:gs>
              <a:gs pos="0">
                <a:schemeClr val="accent1">
                  <a:lumMod val="40000"/>
                  <a:lumOff val="60000"/>
                  <a:alpha val="15000"/>
                </a:schemeClr>
              </a:gs>
            </a:gsLst>
            <a:lin ang="7200000" scaled="0"/>
          </a:gradFill>
          <a:ln>
            <a:solidFill>
              <a:schemeClr val="accent1"/>
            </a:solidFill>
          </a:ln>
        </p:spPr>
        <p:txBody>
          <a:bodyPr wrap="square" lIns="914400" anchor="ctr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400" b="0" spc="1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lnSpc>
                <a:spcPct val="100000"/>
              </a:lnSpc>
              <a:spcAft>
                <a:spcPts val="600"/>
              </a:spcAft>
              <a:buFontTx/>
              <a:buNone/>
              <a:defRPr sz="2000" spc="100" baseline="0">
                <a:solidFill>
                  <a:schemeClr val="bg1"/>
                </a:solidFill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Point 1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7FFF128-6218-4F59-C6BD-28511E9870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7778" y="2953926"/>
            <a:ext cx="7864222" cy="1026356"/>
          </a:xfrm>
          <a:custGeom>
            <a:avLst/>
            <a:gdLst>
              <a:gd name="connsiteX0" fmla="*/ 573672 w 7864222"/>
              <a:gd name="connsiteY0" fmla="*/ 0 h 1026356"/>
              <a:gd name="connsiteX1" fmla="*/ 7864222 w 7864222"/>
              <a:gd name="connsiteY1" fmla="*/ 0 h 1026356"/>
              <a:gd name="connsiteX2" fmla="*/ 7864222 w 7864222"/>
              <a:gd name="connsiteY2" fmla="*/ 1026356 h 1026356"/>
              <a:gd name="connsiteX3" fmla="*/ 0 w 7864222"/>
              <a:gd name="connsiteY3" fmla="*/ 1026356 h 1026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4222" h="1026356">
                <a:moveTo>
                  <a:pt x="573672" y="0"/>
                </a:moveTo>
                <a:lnTo>
                  <a:pt x="7864222" y="0"/>
                </a:lnTo>
                <a:lnTo>
                  <a:pt x="7864222" y="1026356"/>
                </a:lnTo>
                <a:lnTo>
                  <a:pt x="0" y="1026356"/>
                </a:lnTo>
                <a:close/>
              </a:path>
            </a:pathLst>
          </a:custGeom>
          <a:gradFill>
            <a:gsLst>
              <a:gs pos="78000">
                <a:schemeClr val="accent3">
                  <a:alpha val="2000"/>
                </a:schemeClr>
              </a:gs>
              <a:gs pos="25000">
                <a:schemeClr val="accent3">
                  <a:alpha val="2000"/>
                </a:schemeClr>
              </a:gs>
              <a:gs pos="52000">
                <a:schemeClr val="accent1">
                  <a:lumMod val="50000"/>
                  <a:alpha val="0"/>
                </a:schemeClr>
              </a:gs>
              <a:gs pos="52000">
                <a:schemeClr val="accent3">
                  <a:lumMod val="50000"/>
                  <a:alpha val="0"/>
                </a:schemeClr>
              </a:gs>
              <a:gs pos="98000">
                <a:schemeClr val="accent3">
                  <a:lumMod val="40000"/>
                  <a:lumOff val="60000"/>
                  <a:alpha val="15000"/>
                </a:schemeClr>
              </a:gs>
              <a:gs pos="0">
                <a:schemeClr val="accent3">
                  <a:lumMod val="40000"/>
                  <a:lumOff val="60000"/>
                  <a:alpha val="15000"/>
                </a:schemeClr>
              </a:gs>
            </a:gsLst>
            <a:lin ang="7200000" scaled="0"/>
          </a:gradFill>
          <a:ln>
            <a:solidFill>
              <a:schemeClr val="accent3"/>
            </a:solidFill>
          </a:ln>
        </p:spPr>
        <p:txBody>
          <a:bodyPr wrap="square" lIns="914400" anchor="ctr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400" b="0" spc="1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lnSpc>
                <a:spcPct val="100000"/>
              </a:lnSpc>
              <a:spcAft>
                <a:spcPts val="600"/>
              </a:spcAft>
              <a:buFontTx/>
              <a:buNone/>
              <a:defRPr sz="2000" spc="100" baseline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Point 2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81BE19B-73A3-90C9-901F-3D46C9F1AF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21593" y="4391788"/>
            <a:ext cx="8670409" cy="1026357"/>
          </a:xfrm>
          <a:custGeom>
            <a:avLst/>
            <a:gdLst>
              <a:gd name="connsiteX0" fmla="*/ 573672 w 8670409"/>
              <a:gd name="connsiteY0" fmla="*/ 0 h 1026357"/>
              <a:gd name="connsiteX1" fmla="*/ 8670409 w 8670409"/>
              <a:gd name="connsiteY1" fmla="*/ 0 h 1026357"/>
              <a:gd name="connsiteX2" fmla="*/ 8670409 w 8670409"/>
              <a:gd name="connsiteY2" fmla="*/ 1026357 h 1026357"/>
              <a:gd name="connsiteX3" fmla="*/ 0 w 8670409"/>
              <a:gd name="connsiteY3" fmla="*/ 1026357 h 102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70409" h="1026357">
                <a:moveTo>
                  <a:pt x="573672" y="0"/>
                </a:moveTo>
                <a:lnTo>
                  <a:pt x="8670409" y="0"/>
                </a:lnTo>
                <a:lnTo>
                  <a:pt x="8670409" y="1026357"/>
                </a:lnTo>
                <a:lnTo>
                  <a:pt x="0" y="1026357"/>
                </a:lnTo>
                <a:close/>
              </a:path>
            </a:pathLst>
          </a:custGeom>
          <a:gradFill>
            <a:gsLst>
              <a:gs pos="78000">
                <a:schemeClr val="accent2">
                  <a:alpha val="2000"/>
                </a:schemeClr>
              </a:gs>
              <a:gs pos="25000">
                <a:schemeClr val="accent2">
                  <a:alpha val="2000"/>
                </a:schemeClr>
              </a:gs>
              <a:gs pos="52000">
                <a:schemeClr val="accent1">
                  <a:lumMod val="50000"/>
                  <a:alpha val="0"/>
                </a:schemeClr>
              </a:gs>
              <a:gs pos="52000">
                <a:schemeClr val="accent2">
                  <a:lumMod val="50000"/>
                  <a:alpha val="0"/>
                </a:schemeClr>
              </a:gs>
              <a:gs pos="98000">
                <a:schemeClr val="accent2">
                  <a:lumMod val="40000"/>
                  <a:lumOff val="60000"/>
                  <a:alpha val="15000"/>
                </a:schemeClr>
              </a:gs>
              <a:gs pos="0">
                <a:schemeClr val="accent2">
                  <a:alpha val="15000"/>
                  <a:lumMod val="40000"/>
                  <a:lumOff val="60000"/>
                </a:schemeClr>
              </a:gs>
            </a:gsLst>
            <a:lin ang="7200000" scaled="0"/>
          </a:gradFill>
          <a:ln>
            <a:solidFill>
              <a:schemeClr val="accent2"/>
            </a:solidFill>
          </a:ln>
        </p:spPr>
        <p:txBody>
          <a:bodyPr wrap="square" lIns="914400" anchor="ctr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400" b="0" spc="1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lnSpc>
                <a:spcPct val="100000"/>
              </a:lnSpc>
              <a:spcAft>
                <a:spcPts val="600"/>
              </a:spcAft>
              <a:buFontTx/>
              <a:buNone/>
              <a:defRPr sz="2000" spc="100" baseline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Point 3</a:t>
            </a:r>
          </a:p>
        </p:txBody>
      </p:sp>
    </p:spTree>
    <p:extLst>
      <p:ext uri="{BB962C8B-B14F-4D97-AF65-F5344CB8AC3E}">
        <p14:creationId xmlns:p14="http://schemas.microsoft.com/office/powerpoint/2010/main" val="4693936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>
        <p:tmplLst>
          <p:tmpl>
            <p:tnLst>
              <p:par>
                <p:cTn presetID="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>
        <p:tmplLst>
          <p:tmpl>
            <p:tnLst>
              <p:par>
                <p:cTn presetID="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>
        <p:tmplLst>
          <p:tmpl>
            <p:tnLst>
              <p:par>
                <p:cTn presetID="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~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10B838-9AD3-ACBC-770B-D178859923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660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1CFA1C-2FEE-7AAB-EC6C-B7FE79E6F785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84388478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4C855A-1C78-B957-14AF-0BB531C55E6F}"/>
              </a:ext>
            </a:extLst>
          </p:cNvPr>
          <p:cNvSpPr/>
          <p:nvPr userDrawn="1"/>
        </p:nvSpPr>
        <p:spPr>
          <a:xfrm>
            <a:off x="-1" y="0"/>
            <a:ext cx="5230762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EAAA146C-07E7-5361-D611-1DEC56D0DDC3}"/>
              </a:ext>
            </a:extLst>
          </p:cNvPr>
          <p:cNvPicPr/>
          <p:nvPr userDrawn="1"/>
        </p:nvPicPr>
        <p:blipFill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V="1">
            <a:off x="5193782" y="-140216"/>
            <a:ext cx="6858001" cy="713843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CEFFA-2FDA-EB0D-D63A-AA186DDB76C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104E88-FBC2-4FF5-9527-0F8114BC36EA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F4A9C-39A1-1B98-55A2-9B6DF20A269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4DF4A91-8807-4DDE-6B2C-57576C49F7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767DB72-6C18-5743-E515-D519277B2F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2070100"/>
            <a:ext cx="4228210" cy="4106112"/>
          </a:xfrm>
        </p:spPr>
        <p:txBody>
          <a:bodyPr anchor="t"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2D107FA7-14F0-A1BA-8480-FB6459C0C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365126"/>
            <a:ext cx="4227805" cy="1594908"/>
          </a:xfrm>
        </p:spPr>
        <p:txBody>
          <a:bodyPr anchor="b"/>
          <a:lstStyle/>
          <a:p>
            <a:r>
              <a:rPr lang="en-US" dirty="0"/>
              <a:t>[Add headline]</a:t>
            </a:r>
          </a:p>
        </p:txBody>
      </p:sp>
    </p:spTree>
    <p:extLst>
      <p:ext uri="{BB962C8B-B14F-4D97-AF65-F5344CB8AC3E}">
        <p14:creationId xmlns:p14="http://schemas.microsoft.com/office/powerpoint/2010/main" val="518662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ox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4C855A-1C78-B957-14AF-0BB531C55E6F}"/>
              </a:ext>
            </a:extLst>
          </p:cNvPr>
          <p:cNvSpPr/>
          <p:nvPr userDrawn="1"/>
        </p:nvSpPr>
        <p:spPr>
          <a:xfrm>
            <a:off x="-2270" y="0"/>
            <a:ext cx="5230762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EAAA146C-07E7-5361-D611-1DEC56D0DDC3}"/>
              </a:ext>
            </a:extLst>
          </p:cNvPr>
          <p:cNvPicPr/>
          <p:nvPr userDrawn="1"/>
        </p:nvPicPr>
        <p:blipFill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V="1">
            <a:off x="5193782" y="-140216"/>
            <a:ext cx="6858001" cy="7138435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4106CA-AE4C-040A-4A7C-A48C110268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2070100"/>
            <a:ext cx="4228210" cy="4106112"/>
          </a:xfrm>
        </p:spPr>
        <p:txBody>
          <a:bodyPr anchor="t"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6927CA-F8FC-6ADA-C778-5D7A63BA28EC}"/>
              </a:ext>
            </a:extLst>
          </p:cNvPr>
          <p:cNvSpPr/>
          <p:nvPr userDrawn="1"/>
        </p:nvSpPr>
        <p:spPr>
          <a:xfrm>
            <a:off x="5228492" y="0"/>
            <a:ext cx="3481754" cy="3429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52A922-970E-4334-9098-3449F52F93D7}"/>
              </a:ext>
            </a:extLst>
          </p:cNvPr>
          <p:cNvSpPr/>
          <p:nvPr userDrawn="1"/>
        </p:nvSpPr>
        <p:spPr>
          <a:xfrm>
            <a:off x="8722603" y="3434862"/>
            <a:ext cx="3469397" cy="3429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+mn-lt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A506701-8C8C-6375-5A09-2BAFA4AAD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365126"/>
            <a:ext cx="4227805" cy="1594908"/>
          </a:xfrm>
        </p:spPr>
        <p:txBody>
          <a:bodyPr anchor="b"/>
          <a:lstStyle/>
          <a:p>
            <a:r>
              <a:rPr lang="en-US" dirty="0"/>
              <a:t>[Add headline]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5732BDA-EEA5-23EB-1F28-1B76BBE1D5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75634" y="365124"/>
            <a:ext cx="2787470" cy="1412875"/>
          </a:xfrm>
        </p:spPr>
        <p:txBody>
          <a:bodyPr anchor="b"/>
          <a:lstStyle>
            <a:lvl1pPr marL="0" indent="0" algn="ctr">
              <a:buNone/>
              <a:defRPr sz="5400" b="1">
                <a:solidFill>
                  <a:schemeClr val="accent3"/>
                </a:solidFill>
              </a:defRPr>
            </a:lvl1pPr>
            <a:lvl2pPr marL="0" indent="0">
              <a:buNone/>
              <a:defRPr>
                <a:solidFill>
                  <a:schemeClr val="accent3"/>
                </a:solidFill>
              </a:defRPr>
            </a:lvl2pPr>
            <a:lvl3pPr marL="0" indent="0">
              <a:buNone/>
              <a:defRPr>
                <a:solidFill>
                  <a:schemeClr val="accent3"/>
                </a:solidFill>
              </a:defRPr>
            </a:lvl3pPr>
            <a:lvl4pPr marL="0" indent="0">
              <a:buNone/>
              <a:defRPr>
                <a:solidFill>
                  <a:schemeClr val="accent3"/>
                </a:solidFill>
              </a:defRPr>
            </a:lvl4pPr>
            <a:lvl5pPr marL="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FA3FB8BE-3A17-A306-56D6-8F56662890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63567" y="3861064"/>
            <a:ext cx="2787470" cy="1412875"/>
          </a:xfrm>
        </p:spPr>
        <p:txBody>
          <a:bodyPr anchor="b"/>
          <a:lstStyle>
            <a:lvl1pPr marL="0" indent="0" algn="ctr">
              <a:buNone/>
              <a:defRPr sz="5400" b="1">
                <a:solidFill>
                  <a:schemeClr val="accent3"/>
                </a:solidFill>
              </a:defRPr>
            </a:lvl1pPr>
            <a:lvl2pPr marL="0" indent="0">
              <a:buNone/>
              <a:defRPr>
                <a:solidFill>
                  <a:schemeClr val="accent3"/>
                </a:solidFill>
              </a:defRPr>
            </a:lvl2pPr>
            <a:lvl3pPr marL="0" indent="0">
              <a:buNone/>
              <a:defRPr>
                <a:solidFill>
                  <a:schemeClr val="accent3"/>
                </a:solidFill>
              </a:defRPr>
            </a:lvl3pPr>
            <a:lvl4pPr marL="0" indent="0">
              <a:buNone/>
              <a:defRPr>
                <a:solidFill>
                  <a:schemeClr val="accent3"/>
                </a:solidFill>
              </a:defRPr>
            </a:lvl4pPr>
            <a:lvl5pPr marL="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EC14A42-6BEE-3956-BB19-6766204F0F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5634" y="1811338"/>
            <a:ext cx="2788920" cy="896141"/>
          </a:xfrm>
        </p:spPr>
        <p:txBody>
          <a:bodyPr/>
          <a:lstStyle>
            <a:lvl1pPr marL="0" indent="0" algn="ctr">
              <a:buNone/>
              <a:tabLst/>
              <a:defRPr sz="1600">
                <a:solidFill>
                  <a:schemeClr val="bg2"/>
                </a:solidFill>
              </a:defRPr>
            </a:lvl1pPr>
            <a:lvl2pPr marL="0" indent="0" algn="ctr">
              <a:buNone/>
              <a:tabLst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tabLst/>
              <a:defRPr>
                <a:solidFill>
                  <a:schemeClr val="bg2"/>
                </a:solidFill>
              </a:defRPr>
            </a:lvl3pPr>
            <a:lvl4pPr marL="0" indent="0">
              <a:buNone/>
              <a:tabLst/>
              <a:defRPr>
                <a:solidFill>
                  <a:schemeClr val="bg2"/>
                </a:solidFill>
              </a:defRPr>
            </a:lvl4pPr>
            <a:lvl5pPr marL="0" indent="0">
              <a:buNone/>
              <a:tabLst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EC81DBDE-19CA-58B2-D404-73D709542D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63567" y="5314159"/>
            <a:ext cx="2788920" cy="896141"/>
          </a:xfrm>
        </p:spPr>
        <p:txBody>
          <a:bodyPr/>
          <a:lstStyle>
            <a:lvl1pPr marL="0" indent="0" algn="ctr">
              <a:buNone/>
              <a:tabLst/>
              <a:defRPr sz="1600">
                <a:solidFill>
                  <a:schemeClr val="bg2"/>
                </a:solidFill>
              </a:defRPr>
            </a:lvl1pPr>
            <a:lvl2pPr marL="0" indent="0" algn="ctr">
              <a:buNone/>
              <a:tabLst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tabLst/>
              <a:defRPr>
                <a:solidFill>
                  <a:schemeClr val="bg2"/>
                </a:solidFill>
              </a:defRPr>
            </a:lvl3pPr>
            <a:lvl4pPr marL="0" indent="0">
              <a:buNone/>
              <a:tabLst/>
              <a:defRPr>
                <a:solidFill>
                  <a:schemeClr val="bg2"/>
                </a:solidFill>
              </a:defRPr>
            </a:lvl4pPr>
            <a:lvl5pPr marL="0" indent="0">
              <a:buNone/>
              <a:tabLst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1C1F34E-1624-E43B-DE48-D69E5B9D74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D4706CC-E16E-2B52-8AF0-D567367E40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1875158-9AA4-4B38-83B3-B0EA503225DD}" type="datetime1">
              <a:rPr lang="en-US" smtClean="0"/>
              <a:t>3/23/2026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807C7BE-35F6-A468-E0F6-361F76B07FE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8C72AB-9B03-61B5-900B-A7D86F68EA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53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ivider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1F6778-DB2B-4F76-AE64-5C8D75243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ABFA-5A1F-43D5-A039-E2E4C173324A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A910E5-354E-5D90-36FB-497F42191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8445A-B4F6-F205-3B4C-1DC3FF5C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CD4BEE-C309-9E90-E2C2-5E8AF80D37D6}"/>
              </a:ext>
            </a:extLst>
          </p:cNvPr>
          <p:cNvGrpSpPr/>
          <p:nvPr userDrawn="1"/>
        </p:nvGrpSpPr>
        <p:grpSpPr>
          <a:xfrm>
            <a:off x="0" y="3531894"/>
            <a:ext cx="12192000" cy="155275"/>
            <a:chOff x="0" y="3358702"/>
            <a:chExt cx="12192000" cy="155275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7F5E2EA2-B89A-1DCC-1138-F6FC67D2C6EF}"/>
                </a:ext>
              </a:extLst>
            </p:cNvPr>
            <p:cNvSpPr/>
            <p:nvPr userDrawn="1"/>
          </p:nvSpPr>
          <p:spPr>
            <a:xfrm>
              <a:off x="1742535" y="3358702"/>
              <a:ext cx="8551653" cy="155275"/>
            </a:xfrm>
            <a:prstGeom prst="parallelogram">
              <a:avLst>
                <a:gd name="adj" fmla="val 16203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6671E10-3B55-8A30-932D-6403C5FD7016}"/>
                </a:ext>
              </a:extLst>
            </p:cNvPr>
            <p:cNvSpPr/>
            <p:nvPr userDrawn="1"/>
          </p:nvSpPr>
          <p:spPr>
            <a:xfrm>
              <a:off x="10242429" y="3358702"/>
              <a:ext cx="1949571" cy="155275"/>
            </a:xfrm>
            <a:custGeom>
              <a:avLst/>
              <a:gdLst>
                <a:gd name="connsiteX0" fmla="*/ 251605 w 1949571"/>
                <a:gd name="connsiteY0" fmla="*/ 0 h 155275"/>
                <a:gd name="connsiteX1" fmla="*/ 1949571 w 1949571"/>
                <a:gd name="connsiteY1" fmla="*/ 0 h 155275"/>
                <a:gd name="connsiteX2" fmla="*/ 1949571 w 1949571"/>
                <a:gd name="connsiteY2" fmla="*/ 155275 h 155275"/>
                <a:gd name="connsiteX3" fmla="*/ 0 w 1949571"/>
                <a:gd name="connsiteY3" fmla="*/ 155275 h 15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9571" h="155275">
                  <a:moveTo>
                    <a:pt x="251605" y="0"/>
                  </a:moveTo>
                  <a:lnTo>
                    <a:pt x="1949571" y="0"/>
                  </a:lnTo>
                  <a:lnTo>
                    <a:pt x="1949571" y="155275"/>
                  </a:lnTo>
                  <a:lnTo>
                    <a:pt x="0" y="155275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C040BD0-79D6-B120-9695-DD90A2BD0946}"/>
                </a:ext>
              </a:extLst>
            </p:cNvPr>
            <p:cNvSpPr/>
            <p:nvPr userDrawn="1"/>
          </p:nvSpPr>
          <p:spPr>
            <a:xfrm>
              <a:off x="0" y="3358702"/>
              <a:ext cx="1794294" cy="155275"/>
            </a:xfrm>
            <a:custGeom>
              <a:avLst/>
              <a:gdLst>
                <a:gd name="connsiteX0" fmla="*/ 0 w 1794294"/>
                <a:gd name="connsiteY0" fmla="*/ 0 h 155275"/>
                <a:gd name="connsiteX1" fmla="*/ 1794294 w 1794294"/>
                <a:gd name="connsiteY1" fmla="*/ 0 h 155275"/>
                <a:gd name="connsiteX2" fmla="*/ 1542689 w 1794294"/>
                <a:gd name="connsiteY2" fmla="*/ 155275 h 155275"/>
                <a:gd name="connsiteX3" fmla="*/ 0 w 1794294"/>
                <a:gd name="connsiteY3" fmla="*/ 155275 h 15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4294" h="155275">
                  <a:moveTo>
                    <a:pt x="0" y="0"/>
                  </a:moveTo>
                  <a:lnTo>
                    <a:pt x="1794294" y="0"/>
                  </a:lnTo>
                  <a:lnTo>
                    <a:pt x="1542689" y="155275"/>
                  </a:lnTo>
                  <a:lnTo>
                    <a:pt x="0" y="1552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49DEC55-7530-CC8B-C81A-424CE013CE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655" y="1532536"/>
            <a:ext cx="3248954" cy="856150"/>
          </a:xfrm>
        </p:spPr>
        <p:txBody>
          <a:bodyPr anchor="b"/>
          <a:lstStyle>
            <a:lvl1pPr marL="0" indent="0" algn="ctr">
              <a:buNone/>
              <a:defRPr sz="5400" b="1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accent3"/>
                </a:solidFill>
              </a:defRPr>
            </a:lvl2pPr>
            <a:lvl3pPr marL="0" indent="0">
              <a:buNone/>
              <a:defRPr>
                <a:solidFill>
                  <a:schemeClr val="accent3"/>
                </a:solidFill>
              </a:defRPr>
            </a:lvl3pPr>
            <a:lvl4pPr marL="0" indent="0">
              <a:buNone/>
              <a:defRPr>
                <a:solidFill>
                  <a:schemeClr val="accent3"/>
                </a:solidFill>
              </a:defRPr>
            </a:lvl4pPr>
            <a:lvl5pPr marL="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0566E1A-3A04-0EFD-2776-5495A49B66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9403" y="1532536"/>
            <a:ext cx="3248954" cy="856150"/>
          </a:xfrm>
        </p:spPr>
        <p:txBody>
          <a:bodyPr anchor="b"/>
          <a:lstStyle>
            <a:lvl1pPr marL="0" indent="0" algn="ctr">
              <a:buNone/>
              <a:defRPr sz="5400" b="1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accent3"/>
                </a:solidFill>
              </a:defRPr>
            </a:lvl2pPr>
            <a:lvl3pPr marL="0" indent="0">
              <a:buNone/>
              <a:defRPr>
                <a:solidFill>
                  <a:schemeClr val="accent3"/>
                </a:solidFill>
              </a:defRPr>
            </a:lvl3pPr>
            <a:lvl4pPr marL="0" indent="0">
              <a:buNone/>
              <a:defRPr>
                <a:solidFill>
                  <a:schemeClr val="accent3"/>
                </a:solidFill>
              </a:defRPr>
            </a:lvl4pPr>
            <a:lvl5pPr marL="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CA06219F-3F8C-61A5-066E-284B76F9C2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6337" y="2522946"/>
            <a:ext cx="3250642" cy="543028"/>
          </a:xfrm>
        </p:spPr>
        <p:txBody>
          <a:bodyPr/>
          <a:lstStyle>
            <a:lvl1pPr marL="0" indent="0" algn="ctr">
              <a:buNone/>
              <a:tabLst/>
              <a:defRPr sz="1600">
                <a:solidFill>
                  <a:schemeClr val="accent1"/>
                </a:solidFill>
              </a:defRPr>
            </a:lvl1pPr>
            <a:lvl2pPr marL="0" indent="0" algn="ctr">
              <a:buNone/>
              <a:tabLst/>
              <a:defRPr sz="1400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>
                <a:solidFill>
                  <a:schemeClr val="bg2"/>
                </a:solidFill>
              </a:defRPr>
            </a:lvl3pPr>
            <a:lvl4pPr marL="0" indent="0">
              <a:buNone/>
              <a:tabLst/>
              <a:defRPr>
                <a:solidFill>
                  <a:schemeClr val="bg2"/>
                </a:solidFill>
              </a:defRPr>
            </a:lvl4pPr>
            <a:lvl5pPr marL="0" indent="0">
              <a:buNone/>
              <a:tabLst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[Add text]</a:t>
            </a:r>
          </a:p>
          <a:p>
            <a:pPr lvl="1"/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04C65920-5C0A-D44C-B74D-40724006A5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9085" y="2487808"/>
            <a:ext cx="3250642" cy="543028"/>
          </a:xfrm>
        </p:spPr>
        <p:txBody>
          <a:bodyPr/>
          <a:lstStyle>
            <a:lvl1pPr marL="0" indent="0" algn="ctr">
              <a:buNone/>
              <a:tabLst/>
              <a:defRPr sz="1600">
                <a:solidFill>
                  <a:schemeClr val="accent1"/>
                </a:solidFill>
              </a:defRPr>
            </a:lvl1pPr>
            <a:lvl2pPr marL="0" indent="0" algn="ctr">
              <a:buNone/>
              <a:tabLst/>
              <a:defRPr sz="1400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>
                <a:solidFill>
                  <a:schemeClr val="bg2"/>
                </a:solidFill>
              </a:defRPr>
            </a:lvl3pPr>
            <a:lvl4pPr marL="0" indent="0">
              <a:buNone/>
              <a:tabLst/>
              <a:defRPr>
                <a:solidFill>
                  <a:schemeClr val="bg2"/>
                </a:solidFill>
              </a:defRPr>
            </a:lvl4pPr>
            <a:lvl5pPr marL="0" indent="0">
              <a:buNone/>
              <a:tabLst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[Add text]</a:t>
            </a:r>
          </a:p>
          <a:p>
            <a:pPr lvl="1"/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4ECAF716-9186-7013-95EB-FC43B45136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63839" y="1532536"/>
            <a:ext cx="3248954" cy="856150"/>
          </a:xfrm>
        </p:spPr>
        <p:txBody>
          <a:bodyPr anchor="b"/>
          <a:lstStyle>
            <a:lvl1pPr marL="0" indent="0" algn="ctr">
              <a:buNone/>
              <a:defRPr sz="5400" b="1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accent3"/>
                </a:solidFill>
              </a:defRPr>
            </a:lvl2pPr>
            <a:lvl3pPr marL="0" indent="0">
              <a:buNone/>
              <a:defRPr>
                <a:solidFill>
                  <a:schemeClr val="accent3"/>
                </a:solidFill>
              </a:defRPr>
            </a:lvl3pPr>
            <a:lvl4pPr marL="0" indent="0">
              <a:buNone/>
              <a:defRPr>
                <a:solidFill>
                  <a:schemeClr val="accent3"/>
                </a:solidFill>
              </a:defRPr>
            </a:lvl4pPr>
            <a:lvl5pPr marL="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C391D61-14BB-4E1B-BB35-85FD41AF32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63521" y="2487808"/>
            <a:ext cx="3250642" cy="543028"/>
          </a:xfrm>
        </p:spPr>
        <p:txBody>
          <a:bodyPr/>
          <a:lstStyle>
            <a:lvl1pPr marL="0" indent="0" algn="ctr">
              <a:buNone/>
              <a:tabLst/>
              <a:defRPr sz="1600">
                <a:solidFill>
                  <a:schemeClr val="accent1"/>
                </a:solidFill>
              </a:defRPr>
            </a:lvl1pPr>
            <a:lvl2pPr marL="0" indent="0" algn="ctr">
              <a:buNone/>
              <a:tabLst/>
              <a:defRPr sz="1400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>
                <a:solidFill>
                  <a:schemeClr val="bg2"/>
                </a:solidFill>
              </a:defRPr>
            </a:lvl3pPr>
            <a:lvl4pPr marL="0" indent="0">
              <a:buNone/>
              <a:tabLst/>
              <a:defRPr>
                <a:solidFill>
                  <a:schemeClr val="bg2"/>
                </a:solidFill>
              </a:defRPr>
            </a:lvl4pPr>
            <a:lvl5pPr marL="0" indent="0">
              <a:buNone/>
              <a:tabLst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[Add text]</a:t>
            </a:r>
          </a:p>
          <a:p>
            <a:pPr lvl="1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9C13C83-BC17-2A63-85DB-FD0711A292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6250" y="4043939"/>
            <a:ext cx="11237913" cy="2100522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F3403-622E-E360-CCFD-D3347F2CA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63355276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Green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8F8D865-96FD-09B2-A2E6-49776B4790B8}"/>
              </a:ext>
            </a:extLst>
          </p:cNvPr>
          <p:cNvSpPr/>
          <p:nvPr userDrawn="1"/>
        </p:nvSpPr>
        <p:spPr>
          <a:xfrm flipV="1">
            <a:off x="-1" y="-2"/>
            <a:ext cx="5627076" cy="6858002"/>
          </a:xfrm>
          <a:custGeom>
            <a:avLst/>
            <a:gdLst>
              <a:gd name="connsiteX0" fmla="*/ 0 w 5627076"/>
              <a:gd name="connsiteY0" fmla="*/ 6858002 h 6858002"/>
              <a:gd name="connsiteX1" fmla="*/ 5627076 w 5627076"/>
              <a:gd name="connsiteY1" fmla="*/ 6858002 h 6858002"/>
              <a:gd name="connsiteX2" fmla="*/ 1355301 w 5627076"/>
              <a:gd name="connsiteY2" fmla="*/ 0 h 6858002"/>
              <a:gd name="connsiteX3" fmla="*/ 0 w 5627076"/>
              <a:gd name="connsiteY3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7076" h="6858002">
                <a:moveTo>
                  <a:pt x="0" y="6858002"/>
                </a:moveTo>
                <a:lnTo>
                  <a:pt x="5627076" y="6858002"/>
                </a:lnTo>
                <a:lnTo>
                  <a:pt x="135530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5421EC-B0D1-1851-FBE5-7F53DFF45E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555171"/>
            <a:ext cx="3942945" cy="2873829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0D7F6C-4E8C-426D-3E0F-314F23F012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70135" y="555171"/>
            <a:ext cx="6053553" cy="5623379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51A0023-D981-B14B-A4F9-A40A982F1DA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CD2D641-DFB5-4EFA-B7E4-A411AE32F1D8}" type="datetime1">
              <a:rPr lang="en-US" smtClean="0"/>
              <a:t>3/23/2026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BCAD040-90A4-F373-D928-1CF0CA5B664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F661567-D826-E257-E4B1-FCB72926A77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34122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lue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F4212EC-B805-0520-6DEE-0143324737FC}"/>
              </a:ext>
            </a:extLst>
          </p:cNvPr>
          <p:cNvSpPr/>
          <p:nvPr userDrawn="1"/>
        </p:nvSpPr>
        <p:spPr>
          <a:xfrm flipV="1">
            <a:off x="-1" y="-2"/>
            <a:ext cx="5627076" cy="6858002"/>
          </a:xfrm>
          <a:custGeom>
            <a:avLst/>
            <a:gdLst>
              <a:gd name="connsiteX0" fmla="*/ 0 w 5627076"/>
              <a:gd name="connsiteY0" fmla="*/ 6858002 h 6858002"/>
              <a:gd name="connsiteX1" fmla="*/ 5627076 w 5627076"/>
              <a:gd name="connsiteY1" fmla="*/ 6858002 h 6858002"/>
              <a:gd name="connsiteX2" fmla="*/ 1355301 w 5627076"/>
              <a:gd name="connsiteY2" fmla="*/ 0 h 6858002"/>
              <a:gd name="connsiteX3" fmla="*/ 0 w 5627076"/>
              <a:gd name="connsiteY3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7076" h="6858002">
                <a:moveTo>
                  <a:pt x="0" y="6858002"/>
                </a:moveTo>
                <a:lnTo>
                  <a:pt x="5627076" y="6858002"/>
                </a:lnTo>
                <a:lnTo>
                  <a:pt x="135530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5421EC-B0D1-1851-FBE5-7F53DFF45E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555171"/>
            <a:ext cx="3942945" cy="2873829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8DB5D0B-59D9-C7D1-52C1-8D96EAE8F1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70135" y="555171"/>
            <a:ext cx="6053553" cy="5623378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BF1B516-459B-72C0-268C-C1E1A26E94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33FFA11-BADF-470C-AFB3-23E95943D48B}" type="datetime1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DFEDDB-0903-717A-6483-FF4A6B5BE8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3FCC9F7-1119-C177-F2AE-961D2AF8712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00361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urple 1">
    <p:bg>
      <p:bgPr>
        <a:gradFill flip="none" rotWithShape="1">
          <a:gsLst>
            <a:gs pos="0">
              <a:srgbClr val="09287E"/>
            </a:gs>
            <a:gs pos="87000">
              <a:srgbClr val="020629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37C0A1A-50AE-E3D4-BB16-8788BDBB9443}"/>
              </a:ext>
            </a:extLst>
          </p:cNvPr>
          <p:cNvSpPr/>
          <p:nvPr userDrawn="1"/>
        </p:nvSpPr>
        <p:spPr>
          <a:xfrm>
            <a:off x="3475110" y="0"/>
            <a:ext cx="8716890" cy="6858001"/>
          </a:xfrm>
          <a:custGeom>
            <a:avLst/>
            <a:gdLst>
              <a:gd name="connsiteX0" fmla="*/ 7712651 w 8716890"/>
              <a:gd name="connsiteY0" fmla="*/ 4550002 h 6858001"/>
              <a:gd name="connsiteX1" fmla="*/ 8716890 w 8716890"/>
              <a:gd name="connsiteY1" fmla="*/ 4550002 h 6858001"/>
              <a:gd name="connsiteX2" fmla="*/ 8716890 w 8716890"/>
              <a:gd name="connsiteY2" fmla="*/ 6858001 h 6858001"/>
              <a:gd name="connsiteX3" fmla="*/ 6410270 w 8716890"/>
              <a:gd name="connsiteY3" fmla="*/ 6858001 h 6858001"/>
              <a:gd name="connsiteX4" fmla="*/ 1302380 w 8716890"/>
              <a:gd name="connsiteY4" fmla="*/ 4550002 h 6858001"/>
              <a:gd name="connsiteX5" fmla="*/ 4485297 w 8716890"/>
              <a:gd name="connsiteY5" fmla="*/ 4550002 h 6858001"/>
              <a:gd name="connsiteX6" fmla="*/ 3182916 w 8716890"/>
              <a:gd name="connsiteY6" fmla="*/ 6858001 h 6858001"/>
              <a:gd name="connsiteX7" fmla="*/ 0 w 8716890"/>
              <a:gd name="connsiteY7" fmla="*/ 6858001 h 6858001"/>
              <a:gd name="connsiteX8" fmla="*/ 7052819 w 8716890"/>
              <a:gd name="connsiteY8" fmla="*/ 0 h 6858001"/>
              <a:gd name="connsiteX9" fmla="*/ 8716890 w 8716890"/>
              <a:gd name="connsiteY9" fmla="*/ 0 h 6858001"/>
              <a:gd name="connsiteX10" fmla="*/ 8716890 w 8716890"/>
              <a:gd name="connsiteY10" fmla="*/ 2756296 h 6858001"/>
              <a:gd name="connsiteX11" fmla="*/ 7704719 w 8716890"/>
              <a:gd name="connsiteY11" fmla="*/ 4550003 h 6858001"/>
              <a:gd name="connsiteX12" fmla="*/ 4485297 w 8716890"/>
              <a:gd name="connsiteY12" fmla="*/ 455000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716890" h="6858001">
                <a:moveTo>
                  <a:pt x="7712651" y="4550002"/>
                </a:moveTo>
                <a:lnTo>
                  <a:pt x="8716890" y="4550002"/>
                </a:lnTo>
                <a:lnTo>
                  <a:pt x="8716890" y="6858001"/>
                </a:lnTo>
                <a:lnTo>
                  <a:pt x="6410270" y="6858001"/>
                </a:lnTo>
                <a:close/>
                <a:moveTo>
                  <a:pt x="1302380" y="4550002"/>
                </a:moveTo>
                <a:lnTo>
                  <a:pt x="4485297" y="4550002"/>
                </a:lnTo>
                <a:lnTo>
                  <a:pt x="3182916" y="6858001"/>
                </a:lnTo>
                <a:lnTo>
                  <a:pt x="0" y="6858001"/>
                </a:lnTo>
                <a:close/>
                <a:moveTo>
                  <a:pt x="7052819" y="0"/>
                </a:moveTo>
                <a:lnTo>
                  <a:pt x="8716890" y="0"/>
                </a:lnTo>
                <a:lnTo>
                  <a:pt x="8716890" y="2756296"/>
                </a:lnTo>
                <a:lnTo>
                  <a:pt x="7704719" y="4550003"/>
                </a:lnTo>
                <a:lnTo>
                  <a:pt x="4485297" y="4550003"/>
                </a:lnTo>
                <a:close/>
              </a:path>
            </a:pathLst>
          </a:custGeom>
          <a:gradFill flip="none" rotWithShape="1">
            <a:gsLst>
              <a:gs pos="49503">
                <a:srgbClr val="3922A3"/>
              </a:gs>
              <a:gs pos="0">
                <a:srgbClr val="381E98"/>
              </a:gs>
              <a:gs pos="87000">
                <a:srgbClr val="3923A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EC2F47-B543-2F83-D3D6-51AD7D9E71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1516063"/>
            <a:ext cx="6637338" cy="4662487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84C1C90-6E9C-9F6A-DC75-A8F5684C44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875CD6-EA31-AE16-C5E1-146E4F5CC4B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6966CF-BCAC-429A-8A83-18F4E85F2964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6104B7-BD34-CB71-7A75-010E5C65E1F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FE6C7-CC71-388B-9DEE-8685E5C29B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1EE24C-4600-2C6E-960C-128E2FA878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</p:spTree>
    <p:extLst>
      <p:ext uri="{BB962C8B-B14F-4D97-AF65-F5344CB8AC3E}">
        <p14:creationId xmlns:p14="http://schemas.microsoft.com/office/powerpoint/2010/main" val="389856064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urple 2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6CDAAEEA-6904-EA7A-F22A-A441F21532CA}"/>
              </a:ext>
            </a:extLst>
          </p:cNvPr>
          <p:cNvSpPr/>
          <p:nvPr userDrawn="1"/>
        </p:nvSpPr>
        <p:spPr>
          <a:xfrm flipH="1">
            <a:off x="9301316" y="1868129"/>
            <a:ext cx="2890682" cy="498987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768B634-D11C-ADC4-4345-FC668F34D8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1167FD-296B-A8F6-47B6-4EC870DC7E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1516063"/>
            <a:ext cx="6637339" cy="4662488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125109-7BAF-CB3E-6D85-5C9D3617B80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FEEAC10-2098-4609-A859-E5B2DF18BC38}" type="datetime1">
              <a:rPr lang="en-US" smtClean="0"/>
              <a:t>3/23/2026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A61E541-1D1C-5928-0D61-F060A3B33C9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8768B02-DA7F-2436-1E35-18D5C18A53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EB3314-AA8A-BCDE-A647-942AD20FC6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</p:spTree>
    <p:extLst>
      <p:ext uri="{BB962C8B-B14F-4D97-AF65-F5344CB8AC3E}">
        <p14:creationId xmlns:p14="http://schemas.microsoft.com/office/powerpoint/2010/main" val="192853436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 Yellow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6CDAAEEA-6904-EA7A-F22A-A441F21532CA}"/>
              </a:ext>
            </a:extLst>
          </p:cNvPr>
          <p:cNvSpPr/>
          <p:nvPr userDrawn="1"/>
        </p:nvSpPr>
        <p:spPr>
          <a:xfrm flipH="1">
            <a:off x="9301316" y="1868129"/>
            <a:ext cx="2890682" cy="4989872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0713A53-A0D1-70E4-8C64-2EA20E93C6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193588D-AEA4-3A47-D5A6-218274185B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1516063"/>
            <a:ext cx="6637339" cy="4662488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41D5879-576A-2025-CBAF-AE4720A00FF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0ECB097-7DB8-40FF-AFDF-3AB3CDF9AE08}" type="datetime1">
              <a:rPr lang="en-US" smtClean="0"/>
              <a:t>3/23/2026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1A5BA77-927D-A9D8-6EFC-AE6A7EC98E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D0D9E6-5729-106E-F1D9-EAFF2850DCA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61DBB9-1A89-CD4C-AD4C-BE27EE3AFE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</p:spTree>
    <p:extLst>
      <p:ext uri="{BB962C8B-B14F-4D97-AF65-F5344CB8AC3E}">
        <p14:creationId xmlns:p14="http://schemas.microsoft.com/office/powerpoint/2010/main" val="1509327421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938E90-5453-8E94-81BA-AFB01A8A68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AD0CD-2E0C-4778-7120-5B8FFF00EB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6250" y="1516063"/>
            <a:ext cx="6637339" cy="4662488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83DBDF4-D595-E593-0874-C4847D8A79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B68BD01-ABA7-9ECF-84C1-5E992E8A20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</p:spTree>
    <p:extLst>
      <p:ext uri="{BB962C8B-B14F-4D97-AF65-F5344CB8AC3E}">
        <p14:creationId xmlns:p14="http://schemas.microsoft.com/office/powerpoint/2010/main" val="3654135582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054FF19-C4C4-0ABE-AB08-5F42CBE2F1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691716" y="945162"/>
            <a:ext cx="903817" cy="76002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9B3DC8-29FD-C978-BDA7-DF8A6DCA09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2079174"/>
            <a:ext cx="11247663" cy="3449559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Char char="​"/>
              <a:defRPr sz="4800"/>
            </a:lvl1pPr>
            <a:lvl2pPr marL="0" indent="0" algn="ctr">
              <a:buFont typeface="Arial" panose="020B0604020202020204" pitchFamily="34" charset="0"/>
              <a:buChar char="​"/>
              <a:defRPr/>
            </a:lvl2pPr>
            <a:lvl3pPr marL="0" indent="0" algn="ctr">
              <a:buFont typeface="Arial" panose="020B0604020202020204" pitchFamily="34" charset="0"/>
              <a:buChar char="​"/>
              <a:defRPr/>
            </a:lvl3pPr>
            <a:lvl4pPr marL="0" indent="0" algn="ctr">
              <a:buFont typeface="Arial" panose="020B0604020202020204" pitchFamily="34" charset="0"/>
              <a:buChar char="​"/>
              <a:defRPr/>
            </a:lvl4pPr>
            <a:lvl5pPr marL="0" indent="0" algn="ctr">
              <a:buFont typeface="Arial" panose="020B0604020202020204" pitchFamily="34" charset="0"/>
              <a:buChar char="​"/>
              <a:defRPr/>
            </a:lvl5pPr>
          </a:lstStyle>
          <a:p>
            <a:pPr lvl="0"/>
            <a:r>
              <a:rPr lang="en-US" dirty="0"/>
              <a:t>[Click to add quote ]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9C279942-F9D4-016B-6FAA-6A6F510A52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07267" y="5641325"/>
            <a:ext cx="5977466" cy="543028"/>
          </a:xfrm>
        </p:spPr>
        <p:txBody>
          <a:bodyPr/>
          <a:lstStyle>
            <a:lvl1pPr marL="0" indent="0" algn="ctr">
              <a:buNone/>
              <a:tabLst/>
              <a:defRPr sz="1600">
                <a:solidFill>
                  <a:schemeClr val="accent1"/>
                </a:solidFill>
              </a:defRPr>
            </a:lvl1pPr>
            <a:lvl2pPr marL="0" indent="0" algn="ctr">
              <a:buNone/>
              <a:tabLst/>
              <a:defRPr sz="1400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>
                <a:solidFill>
                  <a:schemeClr val="bg2"/>
                </a:solidFill>
              </a:defRPr>
            </a:lvl3pPr>
            <a:lvl4pPr marL="0" indent="0">
              <a:buNone/>
              <a:tabLst/>
              <a:defRPr>
                <a:solidFill>
                  <a:schemeClr val="bg2"/>
                </a:solidFill>
              </a:defRPr>
            </a:lvl4pPr>
            <a:lvl5pPr marL="0" indent="0">
              <a:buNone/>
              <a:tabLst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[Add source text]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7810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40434B-0DD2-FB6D-FA20-97526AC93F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207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8CF8199-1460-0F7E-2914-3B2B88FAAC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5691716" y="945162"/>
            <a:ext cx="903817" cy="760028"/>
          </a:xfrm>
          <a:prstGeom prst="rect">
            <a:avLst/>
          </a:prstGeom>
        </p:spPr>
      </p:pic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3CFB14B9-502B-20F8-4C64-181390ABF7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2079174"/>
            <a:ext cx="11247663" cy="3449559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Char char="​"/>
              <a:defRPr sz="4800"/>
            </a:lvl1pPr>
            <a:lvl2pPr marL="0" indent="0" algn="ctr">
              <a:buFont typeface="Arial" panose="020B0604020202020204" pitchFamily="34" charset="0"/>
              <a:buChar char="​"/>
              <a:defRPr/>
            </a:lvl2pPr>
            <a:lvl3pPr marL="0" indent="0" algn="ctr">
              <a:buFont typeface="Arial" panose="020B0604020202020204" pitchFamily="34" charset="0"/>
              <a:buChar char="​"/>
              <a:defRPr/>
            </a:lvl3pPr>
            <a:lvl4pPr marL="0" indent="0" algn="ctr">
              <a:buFont typeface="Arial" panose="020B0604020202020204" pitchFamily="34" charset="0"/>
              <a:buChar char="​"/>
              <a:defRPr/>
            </a:lvl4pPr>
            <a:lvl5pPr marL="0" indent="0" algn="ctr">
              <a:buFont typeface="Arial" panose="020B0604020202020204" pitchFamily="34" charset="0"/>
              <a:buChar char="​"/>
              <a:defRPr/>
            </a:lvl5pPr>
          </a:lstStyle>
          <a:p>
            <a:pPr lvl="0"/>
            <a:r>
              <a:rPr lang="en-US" dirty="0"/>
              <a:t>[Click to add quote ]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E7DD039B-9D06-A843-1A7F-6D0D62416D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07267" y="5641325"/>
            <a:ext cx="5977466" cy="543028"/>
          </a:xfrm>
        </p:spPr>
        <p:txBody>
          <a:bodyPr/>
          <a:lstStyle>
            <a:lvl1pPr marL="0" indent="0" algn="ctr">
              <a:buNone/>
              <a:tabLst/>
              <a:defRPr sz="1600">
                <a:solidFill>
                  <a:schemeClr val="tx1"/>
                </a:solidFill>
              </a:defRPr>
            </a:lvl1pPr>
            <a:lvl2pPr marL="0" indent="0" algn="ctr">
              <a:buNone/>
              <a:tabLst/>
              <a:defRPr sz="1400">
                <a:solidFill>
                  <a:schemeClr val="tx1"/>
                </a:solidFill>
              </a:defRPr>
            </a:lvl2pPr>
            <a:lvl3pPr marL="0" indent="0">
              <a:buNone/>
              <a:tabLst/>
              <a:defRPr>
                <a:solidFill>
                  <a:schemeClr val="bg2"/>
                </a:solidFill>
              </a:defRPr>
            </a:lvl3pPr>
            <a:lvl4pPr marL="0" indent="0">
              <a:buNone/>
              <a:tabLst/>
              <a:defRPr>
                <a:solidFill>
                  <a:schemeClr val="bg2"/>
                </a:solidFill>
              </a:defRPr>
            </a:lvl4pPr>
            <a:lvl5pPr marL="0" indent="0">
              <a:buNone/>
              <a:tabLst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[Add source text]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361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3B3401-8F23-05D3-CAF5-E6B2C35FC4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B25803E-F730-D10B-A4B9-5C7835CEA9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5691716" y="945162"/>
            <a:ext cx="903817" cy="760028"/>
          </a:xfrm>
          <a:prstGeom prst="rect">
            <a:avLst/>
          </a:prstGeom>
        </p:spPr>
      </p:pic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2BCA7CBD-9533-99B8-1F31-36FD62D41B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2079174"/>
            <a:ext cx="11247663" cy="3449559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Char char="​"/>
              <a:defRPr sz="4800"/>
            </a:lvl1pPr>
            <a:lvl2pPr marL="0" indent="0" algn="ctr">
              <a:buFont typeface="Arial" panose="020B0604020202020204" pitchFamily="34" charset="0"/>
              <a:buChar char="​"/>
              <a:defRPr/>
            </a:lvl2pPr>
            <a:lvl3pPr marL="0" indent="0" algn="ctr">
              <a:buFont typeface="Arial" panose="020B0604020202020204" pitchFamily="34" charset="0"/>
              <a:buChar char="​"/>
              <a:defRPr/>
            </a:lvl3pPr>
            <a:lvl4pPr marL="0" indent="0" algn="ctr">
              <a:buFont typeface="Arial" panose="020B0604020202020204" pitchFamily="34" charset="0"/>
              <a:buChar char="​"/>
              <a:defRPr/>
            </a:lvl4pPr>
            <a:lvl5pPr marL="0" indent="0" algn="ctr">
              <a:buFont typeface="Arial" panose="020B0604020202020204" pitchFamily="34" charset="0"/>
              <a:buChar char="​"/>
              <a:defRPr/>
            </a:lvl5pPr>
          </a:lstStyle>
          <a:p>
            <a:pPr lvl="0"/>
            <a:r>
              <a:rPr lang="en-US" dirty="0"/>
              <a:t>[Click to add quote ]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5FAB91B-47EE-E1AA-9FE2-11608DBC2C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07267" y="5641325"/>
            <a:ext cx="5977466" cy="543028"/>
          </a:xfrm>
        </p:spPr>
        <p:txBody>
          <a:bodyPr/>
          <a:lstStyle>
            <a:lvl1pPr marL="0" indent="0" algn="ctr">
              <a:buNone/>
              <a:tabLst/>
              <a:defRPr sz="1600">
                <a:solidFill>
                  <a:schemeClr val="accent1"/>
                </a:solidFill>
              </a:defRPr>
            </a:lvl1pPr>
            <a:lvl2pPr marL="0" indent="0" algn="ctr">
              <a:buNone/>
              <a:tabLst/>
              <a:defRPr sz="1400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>
                <a:solidFill>
                  <a:schemeClr val="bg2"/>
                </a:solidFill>
              </a:defRPr>
            </a:lvl3pPr>
            <a:lvl4pPr marL="0" indent="0">
              <a:buNone/>
              <a:tabLst/>
              <a:defRPr>
                <a:solidFill>
                  <a:schemeClr val="bg2"/>
                </a:solidFill>
              </a:defRPr>
            </a:lvl4pPr>
            <a:lvl5pPr marL="0" indent="0">
              <a:buNone/>
              <a:tabLst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[Add source text]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103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~  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047347-0CDD-E0F2-59B4-AB9DB013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52D725-F5A1-F409-958B-EA9939D3E528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2540811857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Blank Gr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B86EB51-C08B-C9F1-35E1-A243D49ED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53858-785A-8996-FF0A-96D7BA4B1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B9B36-6919-48C0-9236-E4F81C1F08A8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C42EB-5D75-5F29-DF3C-282B1618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66489-5B20-4092-AD52-37C2F545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EBF31B-E541-1FE0-AEA4-A69FFC6B2DBE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bg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20985764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Gradient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8FDCD-0D8F-8E24-8571-4D729CEA8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81EB-AE10-4760-B064-3DE64D1166CE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FC3DE-0F58-DCB8-C375-2DE48CC1C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4B0A2-58F8-4793-77DA-70314BDF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43268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ank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BFD8B-BF68-C9E0-D816-B3BBF681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17BE-DD50-4B65-A717-73219D744785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C5D0D-3148-966A-AFBB-61B666070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7A3D8-DB19-2563-B40F-014475945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261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~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1FE425-B92E-37DB-DD00-60FCD01D4B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3C3066-A125-B689-CCE0-BEA33A5642D8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1653759736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9CE625E-4BAD-6EBC-4788-5BF2715F4E1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02660" y="1"/>
            <a:ext cx="4489341" cy="2792236"/>
          </a:xfrm>
          <a:custGeom>
            <a:avLst/>
            <a:gdLst>
              <a:gd name="connsiteX0" fmla="*/ 1005931 w 4489341"/>
              <a:gd name="connsiteY0" fmla="*/ 0 h 2792236"/>
              <a:gd name="connsiteX1" fmla="*/ 4489341 w 4489341"/>
              <a:gd name="connsiteY1" fmla="*/ 0 h 2792236"/>
              <a:gd name="connsiteX2" fmla="*/ 4489341 w 4489341"/>
              <a:gd name="connsiteY2" fmla="*/ 2792236 h 2792236"/>
              <a:gd name="connsiteX3" fmla="*/ 0 w 4489341"/>
              <a:gd name="connsiteY3" fmla="*/ 2792236 h 279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89341" h="2792236">
                <a:moveTo>
                  <a:pt x="1005931" y="0"/>
                </a:moveTo>
                <a:lnTo>
                  <a:pt x="4489341" y="0"/>
                </a:lnTo>
                <a:lnTo>
                  <a:pt x="4489341" y="2792236"/>
                </a:lnTo>
                <a:lnTo>
                  <a:pt x="0" y="2792236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812B76-CA7F-FDC8-E8C8-483797819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EF3A-B472-4835-8477-4F61E2017D7F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C70F1-AD56-6AC8-629D-12AF14BB1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48C9EB-6792-4961-33DE-418C4DADA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lowchart: Data 1">
            <a:extLst>
              <a:ext uri="{FF2B5EF4-FFF2-40B4-BE49-F238E27FC236}">
                <a16:creationId xmlns:a16="http://schemas.microsoft.com/office/drawing/2014/main" id="{C7890A3A-48FB-B2EE-C5EF-0D5FA2A5BC8C}"/>
              </a:ext>
            </a:extLst>
          </p:cNvPr>
          <p:cNvSpPr/>
          <p:nvPr userDrawn="1"/>
        </p:nvSpPr>
        <p:spPr>
          <a:xfrm>
            <a:off x="0" y="5680847"/>
            <a:ext cx="5159829" cy="496116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505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48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61 h 10061"/>
              <a:gd name="connsiteX1" fmla="*/ 7 w 10000"/>
              <a:gd name="connsiteY1" fmla="*/ 0 h 10061"/>
              <a:gd name="connsiteX2" fmla="*/ 10000 w 10000"/>
              <a:gd name="connsiteY2" fmla="*/ 61 h 10061"/>
              <a:gd name="connsiteX3" fmla="*/ 9480 w 10000"/>
              <a:gd name="connsiteY3" fmla="*/ 10061 h 10061"/>
              <a:gd name="connsiteX4" fmla="*/ 0 w 10000"/>
              <a:gd name="connsiteY4" fmla="*/ 10061 h 10061"/>
              <a:gd name="connsiteX0" fmla="*/ 0 w 10000"/>
              <a:gd name="connsiteY0" fmla="*/ 10061 h 10061"/>
              <a:gd name="connsiteX1" fmla="*/ 0 w 10000"/>
              <a:gd name="connsiteY1" fmla="*/ 0 h 10061"/>
              <a:gd name="connsiteX2" fmla="*/ 10000 w 10000"/>
              <a:gd name="connsiteY2" fmla="*/ 61 h 10061"/>
              <a:gd name="connsiteX3" fmla="*/ 9480 w 10000"/>
              <a:gd name="connsiteY3" fmla="*/ 10061 h 10061"/>
              <a:gd name="connsiteX4" fmla="*/ 0 w 10000"/>
              <a:gd name="connsiteY4" fmla="*/ 10061 h 10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61">
                <a:moveTo>
                  <a:pt x="0" y="10061"/>
                </a:moveTo>
                <a:cubicBezTo>
                  <a:pt x="2" y="6707"/>
                  <a:pt x="-2" y="3354"/>
                  <a:pt x="0" y="0"/>
                </a:cubicBezTo>
                <a:lnTo>
                  <a:pt x="10000" y="61"/>
                </a:lnTo>
                <a:cubicBezTo>
                  <a:pt x="9827" y="3394"/>
                  <a:pt x="9653" y="6728"/>
                  <a:pt x="9480" y="10061"/>
                </a:cubicBezTo>
                <a:lnTo>
                  <a:pt x="0" y="100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4C7F93-6209-832D-50C8-583278469A90}"/>
              </a:ext>
            </a:extLst>
          </p:cNvPr>
          <p:cNvSpPr txBox="1"/>
          <p:nvPr userDrawn="1"/>
        </p:nvSpPr>
        <p:spPr>
          <a:xfrm>
            <a:off x="468034" y="5725431"/>
            <a:ext cx="4520235" cy="1763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63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Hyland solutions: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0B5F79-BDBB-62F9-8589-35BFB1BFB8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50" y="1516063"/>
            <a:ext cx="5619750" cy="1912937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800">
                <a:solidFill>
                  <a:schemeClr val="accent1"/>
                </a:solidFill>
              </a:defRPr>
            </a:lvl1pPr>
            <a:lvl2pPr marL="230188" indent="-230188">
              <a:defRPr sz="1600"/>
            </a:lvl2pPr>
            <a:lvl3pPr marL="457200" indent="-227013">
              <a:defRPr sz="1400"/>
            </a:lvl3pPr>
            <a:lvl4pPr marL="457200" indent="-227013">
              <a:defRPr sz="1400"/>
            </a:lvl4pPr>
            <a:lvl5pPr marL="457200" indent="-227013">
              <a:defRPr sz="1400"/>
            </a:lvl5pPr>
          </a:lstStyle>
          <a:p>
            <a:pPr lvl="0"/>
            <a:r>
              <a:rPr lang="en-US" dirty="0"/>
              <a:t>[Add headline “Challenge”] “Enter” + “Tab” to add text/lists.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B24482-B05F-BEBD-EAE9-32A34CC2ADC6}"/>
              </a:ext>
            </a:extLst>
          </p:cNvPr>
          <p:cNvSpPr/>
          <p:nvPr userDrawn="1"/>
        </p:nvSpPr>
        <p:spPr>
          <a:xfrm>
            <a:off x="7702659" y="2792237"/>
            <a:ext cx="4500491" cy="3386314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98000">
                <a:schemeClr val="bg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274320" rIns="36576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400" b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94C6379-6419-903A-1C4E-462DC5523B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6250" y="3573227"/>
            <a:ext cx="5619750" cy="1912937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800">
                <a:solidFill>
                  <a:schemeClr val="accent1"/>
                </a:solidFill>
              </a:defRPr>
            </a:lvl1pPr>
            <a:lvl2pPr marL="230188" indent="-230188">
              <a:defRPr sz="1600"/>
            </a:lvl2pPr>
            <a:lvl3pPr marL="457200" indent="-227013">
              <a:defRPr sz="1400"/>
            </a:lvl3pPr>
            <a:lvl4pPr marL="457200" indent="-227013">
              <a:defRPr sz="1400"/>
            </a:lvl4pPr>
            <a:lvl5pPr marL="457200" indent="-227013">
              <a:defRPr sz="1400"/>
            </a:lvl5pPr>
          </a:lstStyle>
          <a:p>
            <a:pPr lvl="0"/>
            <a:r>
              <a:rPr lang="en-US" dirty="0"/>
              <a:t>[Add headline “Solution/Results”] “Enter” + “Tab” to add text/lists.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748F6C9-02C2-5D42-86B3-B91C65D447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6527" y="2995657"/>
            <a:ext cx="4107491" cy="3000816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2pPr>
            <a:lvl3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3pPr>
            <a:lvl4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4pPr>
            <a:lvl5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 dirty="0"/>
              <a:t>[Add quote/text]</a:t>
            </a:r>
          </a:p>
          <a:p>
            <a:pPr lvl="1"/>
            <a:endParaRPr lang="en-US" dirty="0"/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1C3C8FF3-0079-4EEC-0514-704907C8BDA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6250" y="5941829"/>
            <a:ext cx="4107491" cy="195038"/>
          </a:xfrm>
        </p:spPr>
        <p:txBody>
          <a:bodyPr/>
          <a:lstStyle>
            <a:lvl1pPr marL="0" indent="0">
              <a:buFontTx/>
              <a:buNone/>
              <a:defRPr sz="1400" b="1">
                <a:solidFill>
                  <a:schemeClr val="bg2"/>
                </a:solidFill>
              </a:defRPr>
            </a:lvl1pPr>
            <a:lvl2pPr marL="0" indent="0">
              <a:buFontTx/>
              <a:buNone/>
              <a:defRPr sz="1200" b="1">
                <a:solidFill>
                  <a:schemeClr val="bg2"/>
                </a:solidFill>
              </a:defRPr>
            </a:lvl2pPr>
            <a:lvl3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3pPr>
            <a:lvl4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4pPr>
            <a:lvl5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 dirty="0"/>
              <a:t>[Add samples]</a:t>
            </a:r>
          </a:p>
          <a:p>
            <a:pPr lvl="1"/>
            <a:endParaRPr lang="en-US" dirty="0"/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D7869B03-E7AA-78D6-6301-F0622AB663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[Add Customer / Project Name] </a:t>
            </a:r>
          </a:p>
        </p:txBody>
      </p:sp>
    </p:spTree>
    <p:extLst>
      <p:ext uri="{BB962C8B-B14F-4D97-AF65-F5344CB8AC3E}">
        <p14:creationId xmlns:p14="http://schemas.microsoft.com/office/powerpoint/2010/main" val="22357731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~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CF565-4953-EEA2-EB6B-C51667497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73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3C3066-A125-B689-CCE0-BEA33A5642D8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177034501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95DDFDC7-3BB0-1347-C018-2B1E04E505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1585" y="5950119"/>
            <a:ext cx="3862166" cy="307777"/>
          </a:xfrm>
          <a:solidFill>
            <a:schemeClr val="tx2">
              <a:alpha val="25000"/>
            </a:schemeClr>
          </a:solidFill>
        </p:spPr>
        <p:txBody>
          <a:bodyPr lIns="91440" rIns="91440" anchor="ctr"/>
          <a:lstStyle>
            <a:lvl1pPr marL="0" indent="0">
              <a:buFontTx/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2pPr>
            <a:lvl3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3pPr>
            <a:lvl4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4pPr>
            <a:lvl5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 dirty="0"/>
              <a:t>[Text/Beta:]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F85D894-C5A6-D47B-DD81-DBD58D73A0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6989" b="789"/>
          <a:stretch>
            <a:fillRect/>
          </a:stretch>
        </p:blipFill>
        <p:spPr>
          <a:xfrm>
            <a:off x="4964290" y="-38786"/>
            <a:ext cx="7227711" cy="6896786"/>
          </a:xfrm>
          <a:custGeom>
            <a:avLst/>
            <a:gdLst>
              <a:gd name="connsiteX0" fmla="*/ 0 w 7227711"/>
              <a:gd name="connsiteY0" fmla="*/ 0 h 6896786"/>
              <a:gd name="connsiteX1" fmla="*/ 802030 w 7227711"/>
              <a:gd name="connsiteY1" fmla="*/ 0 h 6896786"/>
              <a:gd name="connsiteX2" fmla="*/ 802030 w 7227711"/>
              <a:gd name="connsiteY2" fmla="*/ 38787 h 6896786"/>
              <a:gd name="connsiteX3" fmla="*/ 7227711 w 7227711"/>
              <a:gd name="connsiteY3" fmla="*/ 38787 h 6896786"/>
              <a:gd name="connsiteX4" fmla="*/ 7227711 w 7227711"/>
              <a:gd name="connsiteY4" fmla="*/ 6896786 h 6896786"/>
              <a:gd name="connsiteX5" fmla="*/ 0 w 7227711"/>
              <a:gd name="connsiteY5" fmla="*/ 6896786 h 6896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27711" h="6896786">
                <a:moveTo>
                  <a:pt x="0" y="0"/>
                </a:moveTo>
                <a:lnTo>
                  <a:pt x="802030" y="0"/>
                </a:lnTo>
                <a:lnTo>
                  <a:pt x="802030" y="38787"/>
                </a:lnTo>
                <a:lnTo>
                  <a:pt x="7227711" y="38787"/>
                </a:lnTo>
                <a:lnTo>
                  <a:pt x="7227711" y="6896786"/>
                </a:lnTo>
                <a:lnTo>
                  <a:pt x="0" y="6896786"/>
                </a:lnTo>
                <a:close/>
              </a:path>
            </a:pathLst>
          </a:cu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89B83C-2E49-C184-ACF3-04622CFEA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0275D-F658-4E7A-AD9A-D9F0445659BB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BC1A6-E324-D2B9-316F-BC07573F2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71BDE1-D532-580D-81C2-B67F912A7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blue and green square with a black background&#10;&#10;AI-generated content may be incorrect.">
            <a:extLst>
              <a:ext uri="{FF2B5EF4-FFF2-40B4-BE49-F238E27FC236}">
                <a16:creationId xmlns:a16="http://schemas.microsoft.com/office/drawing/2014/main" id="{59811D45-AF26-3D81-8CE5-24BAB9F149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6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6057852"/>
            <a:ext cx="819695" cy="1087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E045AB6-05ED-BC6B-B04D-0DB766EE9D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b="47139"/>
          <a:stretch/>
        </p:blipFill>
        <p:spPr>
          <a:xfrm>
            <a:off x="5510067" y="1530391"/>
            <a:ext cx="6022804" cy="5327609"/>
          </a:xfrm>
          <a:prstGeom prst="rect">
            <a:avLst/>
          </a:prstGeom>
        </p:spPr>
      </p:pic>
      <p:sp>
        <p:nvSpPr>
          <p:cNvPr id="23" name="Freeform 9">
            <a:extLst>
              <a:ext uri="{FF2B5EF4-FFF2-40B4-BE49-F238E27FC236}">
                <a16:creationId xmlns:a16="http://schemas.microsoft.com/office/drawing/2014/main" id="{D05A36BD-4EC2-0C61-ED09-0ACF30652B9F}"/>
              </a:ext>
            </a:extLst>
          </p:cNvPr>
          <p:cNvSpPr/>
          <p:nvPr userDrawn="1"/>
        </p:nvSpPr>
        <p:spPr>
          <a:xfrm>
            <a:off x="0" y="537210"/>
            <a:ext cx="10447020" cy="617221"/>
          </a:xfrm>
          <a:custGeom>
            <a:avLst/>
            <a:gdLst>
              <a:gd name="connsiteX0" fmla="*/ 0 w 10447020"/>
              <a:gd name="connsiteY0" fmla="*/ 0 h 617221"/>
              <a:gd name="connsiteX1" fmla="*/ 685799 w 10447020"/>
              <a:gd name="connsiteY1" fmla="*/ 0 h 617221"/>
              <a:gd name="connsiteX2" fmla="*/ 9761221 w 10447020"/>
              <a:gd name="connsiteY2" fmla="*/ 0 h 617221"/>
              <a:gd name="connsiteX3" fmla="*/ 10447020 w 10447020"/>
              <a:gd name="connsiteY3" fmla="*/ 0 h 617221"/>
              <a:gd name="connsiteX4" fmla="*/ 10084440 w 10447020"/>
              <a:gd name="connsiteY4" fmla="*/ 617221 h 617221"/>
              <a:gd name="connsiteX5" fmla="*/ 9398641 w 10447020"/>
              <a:gd name="connsiteY5" fmla="*/ 617221 h 617221"/>
              <a:gd name="connsiteX6" fmla="*/ 685799 w 10447020"/>
              <a:gd name="connsiteY6" fmla="*/ 617221 h 617221"/>
              <a:gd name="connsiteX7" fmla="*/ 0 w 10447020"/>
              <a:gd name="connsiteY7" fmla="*/ 617221 h 617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447020" h="617221">
                <a:moveTo>
                  <a:pt x="0" y="0"/>
                </a:moveTo>
                <a:lnTo>
                  <a:pt x="685799" y="0"/>
                </a:lnTo>
                <a:lnTo>
                  <a:pt x="9761221" y="0"/>
                </a:lnTo>
                <a:lnTo>
                  <a:pt x="10447020" y="0"/>
                </a:lnTo>
                <a:lnTo>
                  <a:pt x="10084440" y="617221"/>
                </a:lnTo>
                <a:lnTo>
                  <a:pt x="9398641" y="617221"/>
                </a:lnTo>
                <a:lnTo>
                  <a:pt x="685799" y="617221"/>
                </a:lnTo>
                <a:lnTo>
                  <a:pt x="0" y="617221"/>
                </a:lnTo>
                <a:close/>
              </a:path>
            </a:pathLst>
          </a:custGeom>
          <a:gradFill flip="none" rotWithShape="1">
            <a:gsLst>
              <a:gs pos="0">
                <a:srgbClr val="13EAC1"/>
              </a:gs>
              <a:gs pos="77000">
                <a:srgbClr val="6E33FF"/>
              </a:gs>
            </a:gsLst>
            <a:lin ang="18000000" scaled="0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2004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11" b="0" i="0" u="none" strike="noStrike" kern="0" cap="none" spc="0" normalizeH="0" baseline="0" noProof="0" dirty="0">
              <a:ln>
                <a:noFill/>
              </a:ln>
              <a:solidFill>
                <a:srgbClr val="F4F6F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05455-0959-C32E-D147-7E2BC2364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624033"/>
            <a:ext cx="9482218" cy="47891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CF737E81-0EE6-9397-0495-996F0308E7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250" y="1516064"/>
            <a:ext cx="4487863" cy="41009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E7DC570-2058-D416-F8B3-C886A5D0C67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10238" y="1730375"/>
            <a:ext cx="5616575" cy="3395663"/>
          </a:xfrm>
        </p:spPr>
        <p:txBody>
          <a:bodyPr lIns="182880" rIns="182880" anchor="ctr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or drop screen shot into placeholder or remove and adjust to screen manually. </a:t>
            </a:r>
          </a:p>
        </p:txBody>
      </p:sp>
    </p:spTree>
    <p:extLst>
      <p:ext uri="{BB962C8B-B14F-4D97-AF65-F5344CB8AC3E}">
        <p14:creationId xmlns:p14="http://schemas.microsoft.com/office/powerpoint/2010/main" val="4174748332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~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3CD73B-97C6-61EC-23DC-9F071ED7FB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00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14978E-603E-B460-5989-B92B27334DFA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2590874032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4655B9-DCA3-A7C3-FC59-4286C9A8F2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063341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2400"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Tx/>
              <a:buNone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CBFF214-8D97-F164-CD81-66A3108F77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063343"/>
            <a:ext cx="12192000" cy="794657"/>
          </a:xfrm>
          <a:custGeom>
            <a:avLst/>
            <a:gdLst>
              <a:gd name="connsiteX0" fmla="*/ 11328349 w 12192000"/>
              <a:gd name="connsiteY0" fmla="*/ 391876 h 794657"/>
              <a:gd name="connsiteX1" fmla="*/ 11260238 w 12192000"/>
              <a:gd name="connsiteY1" fmla="*/ 511136 h 794657"/>
              <a:gd name="connsiteX2" fmla="*/ 11339126 w 12192000"/>
              <a:gd name="connsiteY2" fmla="*/ 511136 h 794657"/>
              <a:gd name="connsiteX3" fmla="*/ 11407237 w 12192000"/>
              <a:gd name="connsiteY3" fmla="*/ 391876 h 794657"/>
              <a:gd name="connsiteX4" fmla="*/ 11633205 w 12192000"/>
              <a:gd name="connsiteY4" fmla="*/ 272665 h 794657"/>
              <a:gd name="connsiteX5" fmla="*/ 11565087 w 12192000"/>
              <a:gd name="connsiteY5" fmla="*/ 391940 h 794657"/>
              <a:gd name="connsiteX6" fmla="*/ 11486199 w 12192000"/>
              <a:gd name="connsiteY6" fmla="*/ 391940 h 794657"/>
              <a:gd name="connsiteX7" fmla="*/ 11418088 w 12192000"/>
              <a:gd name="connsiteY7" fmla="*/ 511204 h 794657"/>
              <a:gd name="connsiteX8" fmla="*/ 11496976 w 12192000"/>
              <a:gd name="connsiteY8" fmla="*/ 511204 h 794657"/>
              <a:gd name="connsiteX9" fmla="*/ 11565087 w 12192000"/>
              <a:gd name="connsiteY9" fmla="*/ 391940 h 794657"/>
              <a:gd name="connsiteX10" fmla="*/ 11643982 w 12192000"/>
              <a:gd name="connsiteY10" fmla="*/ 391940 h 794657"/>
              <a:gd name="connsiteX11" fmla="*/ 11712101 w 12192000"/>
              <a:gd name="connsiteY11" fmla="*/ 272665 h 794657"/>
              <a:gd name="connsiteX12" fmla="*/ 11475351 w 12192000"/>
              <a:gd name="connsiteY12" fmla="*/ 272593 h 794657"/>
              <a:gd name="connsiteX13" fmla="*/ 11407236 w 12192000"/>
              <a:gd name="connsiteY13" fmla="*/ 391853 h 794657"/>
              <a:gd name="connsiteX14" fmla="*/ 11486124 w 12192000"/>
              <a:gd name="connsiteY14" fmla="*/ 391853 h 794657"/>
              <a:gd name="connsiteX15" fmla="*/ 11554238 w 12192000"/>
              <a:gd name="connsiteY15" fmla="*/ 272593 h 794657"/>
              <a:gd name="connsiteX16" fmla="*/ 0 w 12192000"/>
              <a:gd name="connsiteY16" fmla="*/ 0 h 794657"/>
              <a:gd name="connsiteX17" fmla="*/ 12192000 w 12192000"/>
              <a:gd name="connsiteY17" fmla="*/ 0 h 794657"/>
              <a:gd name="connsiteX18" fmla="*/ 12192000 w 12192000"/>
              <a:gd name="connsiteY18" fmla="*/ 794657 h 794657"/>
              <a:gd name="connsiteX19" fmla="*/ 0 w 12192000"/>
              <a:gd name="connsiteY19" fmla="*/ 794657 h 794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794657">
                <a:moveTo>
                  <a:pt x="11328349" y="391876"/>
                </a:moveTo>
                <a:lnTo>
                  <a:pt x="11260238" y="511136"/>
                </a:lnTo>
                <a:lnTo>
                  <a:pt x="11339126" y="511136"/>
                </a:lnTo>
                <a:lnTo>
                  <a:pt x="11407237" y="391876"/>
                </a:lnTo>
                <a:close/>
                <a:moveTo>
                  <a:pt x="11633205" y="272665"/>
                </a:moveTo>
                <a:lnTo>
                  <a:pt x="11565087" y="391940"/>
                </a:lnTo>
                <a:lnTo>
                  <a:pt x="11486199" y="391940"/>
                </a:lnTo>
                <a:lnTo>
                  <a:pt x="11418088" y="511204"/>
                </a:lnTo>
                <a:lnTo>
                  <a:pt x="11496976" y="511204"/>
                </a:lnTo>
                <a:lnTo>
                  <a:pt x="11565087" y="391940"/>
                </a:lnTo>
                <a:lnTo>
                  <a:pt x="11643982" y="391940"/>
                </a:lnTo>
                <a:lnTo>
                  <a:pt x="11712101" y="272665"/>
                </a:lnTo>
                <a:close/>
                <a:moveTo>
                  <a:pt x="11475351" y="272593"/>
                </a:moveTo>
                <a:lnTo>
                  <a:pt x="11407236" y="391853"/>
                </a:lnTo>
                <a:lnTo>
                  <a:pt x="11486124" y="391853"/>
                </a:lnTo>
                <a:lnTo>
                  <a:pt x="11554238" y="27259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794657"/>
                </a:lnTo>
                <a:lnTo>
                  <a:pt x="0" y="79465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square" lIns="548640" anchor="ctr">
            <a:noAutofit/>
          </a:bodyPr>
          <a:lstStyle>
            <a:lvl1pPr marL="0" indent="0" algn="l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[Add text]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0CC4D3-4D66-36AA-1C81-7FFB306BB0A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C20275D-F658-4E7A-AD9A-D9F0445659BB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702C03-B5C0-380E-1A38-9CF63831F7A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865832"/>
            <a:ext cx="7676745" cy="13217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86C50-240F-699A-81C1-A4A0DA0906B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2077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4655B9-DCA3-A7C3-FC59-4286C9A8F2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063341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2400"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Tx/>
              <a:buNone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F5C03A-9F5D-8598-8D9C-865BE37778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063343"/>
            <a:ext cx="12192000" cy="794657"/>
          </a:xfrm>
          <a:custGeom>
            <a:avLst/>
            <a:gdLst>
              <a:gd name="connsiteX0" fmla="*/ 11328349 w 12192000"/>
              <a:gd name="connsiteY0" fmla="*/ 391876 h 794657"/>
              <a:gd name="connsiteX1" fmla="*/ 11260238 w 12192000"/>
              <a:gd name="connsiteY1" fmla="*/ 511136 h 794657"/>
              <a:gd name="connsiteX2" fmla="*/ 11339126 w 12192000"/>
              <a:gd name="connsiteY2" fmla="*/ 511136 h 794657"/>
              <a:gd name="connsiteX3" fmla="*/ 11407237 w 12192000"/>
              <a:gd name="connsiteY3" fmla="*/ 391876 h 794657"/>
              <a:gd name="connsiteX4" fmla="*/ 11633205 w 12192000"/>
              <a:gd name="connsiteY4" fmla="*/ 272665 h 794657"/>
              <a:gd name="connsiteX5" fmla="*/ 11565087 w 12192000"/>
              <a:gd name="connsiteY5" fmla="*/ 391940 h 794657"/>
              <a:gd name="connsiteX6" fmla="*/ 11486199 w 12192000"/>
              <a:gd name="connsiteY6" fmla="*/ 391940 h 794657"/>
              <a:gd name="connsiteX7" fmla="*/ 11418088 w 12192000"/>
              <a:gd name="connsiteY7" fmla="*/ 511204 h 794657"/>
              <a:gd name="connsiteX8" fmla="*/ 11496976 w 12192000"/>
              <a:gd name="connsiteY8" fmla="*/ 511204 h 794657"/>
              <a:gd name="connsiteX9" fmla="*/ 11565087 w 12192000"/>
              <a:gd name="connsiteY9" fmla="*/ 391940 h 794657"/>
              <a:gd name="connsiteX10" fmla="*/ 11643982 w 12192000"/>
              <a:gd name="connsiteY10" fmla="*/ 391940 h 794657"/>
              <a:gd name="connsiteX11" fmla="*/ 11712101 w 12192000"/>
              <a:gd name="connsiteY11" fmla="*/ 272665 h 794657"/>
              <a:gd name="connsiteX12" fmla="*/ 11475351 w 12192000"/>
              <a:gd name="connsiteY12" fmla="*/ 272593 h 794657"/>
              <a:gd name="connsiteX13" fmla="*/ 11407236 w 12192000"/>
              <a:gd name="connsiteY13" fmla="*/ 391853 h 794657"/>
              <a:gd name="connsiteX14" fmla="*/ 11486124 w 12192000"/>
              <a:gd name="connsiteY14" fmla="*/ 391853 h 794657"/>
              <a:gd name="connsiteX15" fmla="*/ 11554238 w 12192000"/>
              <a:gd name="connsiteY15" fmla="*/ 272593 h 794657"/>
              <a:gd name="connsiteX16" fmla="*/ 0 w 12192000"/>
              <a:gd name="connsiteY16" fmla="*/ 0 h 794657"/>
              <a:gd name="connsiteX17" fmla="*/ 12192000 w 12192000"/>
              <a:gd name="connsiteY17" fmla="*/ 0 h 794657"/>
              <a:gd name="connsiteX18" fmla="*/ 12192000 w 12192000"/>
              <a:gd name="connsiteY18" fmla="*/ 794657 h 794657"/>
              <a:gd name="connsiteX19" fmla="*/ 0 w 12192000"/>
              <a:gd name="connsiteY19" fmla="*/ 794657 h 794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794657">
                <a:moveTo>
                  <a:pt x="11328349" y="391876"/>
                </a:moveTo>
                <a:lnTo>
                  <a:pt x="11260238" y="511136"/>
                </a:lnTo>
                <a:lnTo>
                  <a:pt x="11339126" y="511136"/>
                </a:lnTo>
                <a:lnTo>
                  <a:pt x="11407237" y="391876"/>
                </a:lnTo>
                <a:close/>
                <a:moveTo>
                  <a:pt x="11633205" y="272665"/>
                </a:moveTo>
                <a:lnTo>
                  <a:pt x="11565087" y="391940"/>
                </a:lnTo>
                <a:lnTo>
                  <a:pt x="11486199" y="391940"/>
                </a:lnTo>
                <a:lnTo>
                  <a:pt x="11418088" y="511204"/>
                </a:lnTo>
                <a:lnTo>
                  <a:pt x="11496976" y="511204"/>
                </a:lnTo>
                <a:lnTo>
                  <a:pt x="11565087" y="391940"/>
                </a:lnTo>
                <a:lnTo>
                  <a:pt x="11643982" y="391940"/>
                </a:lnTo>
                <a:lnTo>
                  <a:pt x="11712101" y="272665"/>
                </a:lnTo>
                <a:close/>
                <a:moveTo>
                  <a:pt x="11475351" y="272593"/>
                </a:moveTo>
                <a:lnTo>
                  <a:pt x="11407236" y="391853"/>
                </a:lnTo>
                <a:lnTo>
                  <a:pt x="11486124" y="391853"/>
                </a:lnTo>
                <a:lnTo>
                  <a:pt x="11554238" y="27259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794657"/>
                </a:lnTo>
                <a:lnTo>
                  <a:pt x="0" y="7946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548640" anchor="ctr">
            <a:noAutofit/>
          </a:bodyPr>
          <a:lstStyle>
            <a:lvl1pPr marL="0" indent="0" algn="l">
              <a:buFontTx/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[Add text]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83D364B-15E1-BE1A-232E-41F891A00F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165DC1-D431-B20E-8735-43605C23228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C20275D-F658-4E7A-AD9A-D9F0445659BB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335BE1-7AB0-801E-3519-EE3EB360791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865832"/>
            <a:ext cx="7676745" cy="13217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AB2F8-D14E-BADE-EBE4-EE78F10C2F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357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03DBBE-6C03-D7A8-39E1-5DF74F932DE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328349 w 12192000"/>
              <a:gd name="connsiteY0" fmla="*/ 6455219 h 6858000"/>
              <a:gd name="connsiteX1" fmla="*/ 11260238 w 12192000"/>
              <a:gd name="connsiteY1" fmla="*/ 6574479 h 6858000"/>
              <a:gd name="connsiteX2" fmla="*/ 11339126 w 12192000"/>
              <a:gd name="connsiteY2" fmla="*/ 6574479 h 6858000"/>
              <a:gd name="connsiteX3" fmla="*/ 11407237 w 12192000"/>
              <a:gd name="connsiteY3" fmla="*/ 6455219 h 6858000"/>
              <a:gd name="connsiteX4" fmla="*/ 11633205 w 12192000"/>
              <a:gd name="connsiteY4" fmla="*/ 6336008 h 6858000"/>
              <a:gd name="connsiteX5" fmla="*/ 11565087 w 12192000"/>
              <a:gd name="connsiteY5" fmla="*/ 6455283 h 6858000"/>
              <a:gd name="connsiteX6" fmla="*/ 11486199 w 12192000"/>
              <a:gd name="connsiteY6" fmla="*/ 6455283 h 6858000"/>
              <a:gd name="connsiteX7" fmla="*/ 11418088 w 12192000"/>
              <a:gd name="connsiteY7" fmla="*/ 6574547 h 6858000"/>
              <a:gd name="connsiteX8" fmla="*/ 11496976 w 12192000"/>
              <a:gd name="connsiteY8" fmla="*/ 6574547 h 6858000"/>
              <a:gd name="connsiteX9" fmla="*/ 11565087 w 12192000"/>
              <a:gd name="connsiteY9" fmla="*/ 6455283 h 6858000"/>
              <a:gd name="connsiteX10" fmla="*/ 11643982 w 12192000"/>
              <a:gd name="connsiteY10" fmla="*/ 6455283 h 6858000"/>
              <a:gd name="connsiteX11" fmla="*/ 11712101 w 12192000"/>
              <a:gd name="connsiteY11" fmla="*/ 6336008 h 6858000"/>
              <a:gd name="connsiteX12" fmla="*/ 11475351 w 12192000"/>
              <a:gd name="connsiteY12" fmla="*/ 6335936 h 6858000"/>
              <a:gd name="connsiteX13" fmla="*/ 11407236 w 12192000"/>
              <a:gd name="connsiteY13" fmla="*/ 6455196 h 6858000"/>
              <a:gd name="connsiteX14" fmla="*/ 11486124 w 12192000"/>
              <a:gd name="connsiteY14" fmla="*/ 6455196 h 6858000"/>
              <a:gd name="connsiteX15" fmla="*/ 11554238 w 12192000"/>
              <a:gd name="connsiteY15" fmla="*/ 6335936 h 6858000"/>
              <a:gd name="connsiteX16" fmla="*/ 0 w 12192000"/>
              <a:gd name="connsiteY16" fmla="*/ 0 h 6858000"/>
              <a:gd name="connsiteX17" fmla="*/ 12192000 w 12192000"/>
              <a:gd name="connsiteY17" fmla="*/ 0 h 6858000"/>
              <a:gd name="connsiteX18" fmla="*/ 12192000 w 12192000"/>
              <a:gd name="connsiteY18" fmla="*/ 6858000 h 6858000"/>
              <a:gd name="connsiteX19" fmla="*/ 0 w 12192000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6858000">
                <a:moveTo>
                  <a:pt x="11328349" y="6455219"/>
                </a:moveTo>
                <a:lnTo>
                  <a:pt x="11260238" y="6574479"/>
                </a:lnTo>
                <a:lnTo>
                  <a:pt x="11339126" y="6574479"/>
                </a:lnTo>
                <a:lnTo>
                  <a:pt x="11407237" y="6455219"/>
                </a:lnTo>
                <a:close/>
                <a:moveTo>
                  <a:pt x="11633205" y="6336008"/>
                </a:moveTo>
                <a:lnTo>
                  <a:pt x="11565087" y="6455283"/>
                </a:lnTo>
                <a:lnTo>
                  <a:pt x="11486199" y="6455283"/>
                </a:lnTo>
                <a:lnTo>
                  <a:pt x="11418088" y="6574547"/>
                </a:lnTo>
                <a:lnTo>
                  <a:pt x="11496976" y="6574547"/>
                </a:lnTo>
                <a:lnTo>
                  <a:pt x="11565087" y="6455283"/>
                </a:lnTo>
                <a:lnTo>
                  <a:pt x="11643982" y="6455283"/>
                </a:lnTo>
                <a:lnTo>
                  <a:pt x="11712101" y="6336008"/>
                </a:lnTo>
                <a:close/>
                <a:moveTo>
                  <a:pt x="11475351" y="6335936"/>
                </a:moveTo>
                <a:lnTo>
                  <a:pt x="11407236" y="6455196"/>
                </a:lnTo>
                <a:lnTo>
                  <a:pt x="11486124" y="6455196"/>
                </a:lnTo>
                <a:lnTo>
                  <a:pt x="11554238" y="633593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Tx/>
              <a:buNone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C40A14F-4F07-69E2-1326-3007406F423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C20275D-F658-4E7A-AD9A-D9F0445659BB}" type="datetime1">
              <a:rPr lang="en-US" smtClean="0"/>
              <a:t>3/23/2026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08492EC-B9D6-3516-49A5-4D83BA633D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D6BD6B3-DD03-80A4-188F-13B02C8605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981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A71AB4-FABC-AD7F-DC5E-7AB048A841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6655" y="1516063"/>
            <a:ext cx="11235446" cy="4662487"/>
          </a:xfr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B52F9-55E6-8907-3ACA-87F0F8707D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76250" y="1074746"/>
            <a:ext cx="11237914" cy="441318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4FFCD-8FC4-4311-5461-99C6A7433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3DED7-D871-4C40-9B36-CE4ECB78B9EB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F0C82-FFBF-CB58-5074-F0309A13E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C6B92-F97E-8060-74F4-4016C85E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21642E7-920C-F5DB-3D1B-FA8FB2F5D6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365125"/>
            <a:ext cx="11235446" cy="709621"/>
          </a:xfrm>
        </p:spPr>
        <p:txBody>
          <a:bodyPr/>
          <a:lstStyle/>
          <a:p>
            <a:r>
              <a:rPr lang="en-US" dirty="0"/>
              <a:t>[Add headline]</a:t>
            </a:r>
          </a:p>
        </p:txBody>
      </p:sp>
    </p:spTree>
    <p:extLst>
      <p:ext uri="{BB962C8B-B14F-4D97-AF65-F5344CB8AC3E}">
        <p14:creationId xmlns:p14="http://schemas.microsoft.com/office/powerpoint/2010/main" val="456465795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~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D31C27-33A2-C17A-EDCB-3787CEA9B5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67EE46-232A-3E52-B735-BB1BF31C5BCE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3726236049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opics / List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8F8D865-96FD-09B2-A2E6-49776B4790B8}"/>
              </a:ext>
            </a:extLst>
          </p:cNvPr>
          <p:cNvSpPr/>
          <p:nvPr userDrawn="1"/>
        </p:nvSpPr>
        <p:spPr>
          <a:xfrm flipV="1">
            <a:off x="-1" y="-2"/>
            <a:ext cx="5627076" cy="6858002"/>
          </a:xfrm>
          <a:custGeom>
            <a:avLst/>
            <a:gdLst>
              <a:gd name="connsiteX0" fmla="*/ 0 w 5627076"/>
              <a:gd name="connsiteY0" fmla="*/ 6858002 h 6858002"/>
              <a:gd name="connsiteX1" fmla="*/ 5627076 w 5627076"/>
              <a:gd name="connsiteY1" fmla="*/ 6858002 h 6858002"/>
              <a:gd name="connsiteX2" fmla="*/ 1355301 w 5627076"/>
              <a:gd name="connsiteY2" fmla="*/ 0 h 6858002"/>
              <a:gd name="connsiteX3" fmla="*/ 0 w 5627076"/>
              <a:gd name="connsiteY3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7076" h="6858002">
                <a:moveTo>
                  <a:pt x="0" y="6858002"/>
                </a:moveTo>
                <a:lnTo>
                  <a:pt x="5627076" y="6858002"/>
                </a:lnTo>
                <a:lnTo>
                  <a:pt x="135530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5421EC-B0D1-1851-FBE5-7F53DFF45E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555171"/>
            <a:ext cx="3942945" cy="2873829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51A0023-D981-B14B-A4F9-A40A982F1DA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FD36DF1-0EFA-467F-ACE6-A6B1BFFA7015}" type="datetime1">
              <a:rPr lang="en-US" smtClean="0"/>
              <a:t>3/23/2026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BCAD040-90A4-F373-D928-1CF0CA5B664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F661567-D826-E257-E4B1-FCB72926A77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40">
            <a:extLst>
              <a:ext uri="{FF2B5EF4-FFF2-40B4-BE49-F238E27FC236}">
                <a16:creationId xmlns:a16="http://schemas.microsoft.com/office/drawing/2014/main" id="{2096B9FB-B2D9-759B-8AEC-03291D203A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95669" y="1121987"/>
            <a:ext cx="4371398" cy="1092046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None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  <a:lvl6pPr marL="2286000" indent="0">
              <a:buNone/>
              <a:defRPr/>
            </a:lvl6pPr>
          </a:lstStyle>
          <a:p>
            <a:pPr lvl="0"/>
            <a:r>
              <a:rPr lang="en-US" dirty="0"/>
              <a:t>[Add text] “enter” + “tab” to add content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40">
            <a:extLst>
              <a:ext uri="{FF2B5EF4-FFF2-40B4-BE49-F238E27FC236}">
                <a16:creationId xmlns:a16="http://schemas.microsoft.com/office/drawing/2014/main" id="{7E2A1743-9F72-F5E8-CD7D-8955B76727D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55531" y="944305"/>
            <a:ext cx="571758" cy="571758"/>
          </a:xfrm>
          <a:prstGeom prst="ellipse">
            <a:avLst/>
          </a:prstGeom>
          <a:solidFill>
            <a:schemeClr val="bg2"/>
          </a:solidFill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2" name="Text Placeholder 42">
            <a:extLst>
              <a:ext uri="{FF2B5EF4-FFF2-40B4-BE49-F238E27FC236}">
                <a16:creationId xmlns:a16="http://schemas.microsoft.com/office/drawing/2014/main" id="{AF539238-7D3D-0BEF-56CB-43BE0AD715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26059" y="2726198"/>
            <a:ext cx="571758" cy="571758"/>
          </a:xfrm>
          <a:prstGeom prst="ellipse">
            <a:avLst/>
          </a:prstGeom>
          <a:solidFill>
            <a:schemeClr val="bg2"/>
          </a:solidFill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lang="en-US" dirty="0"/>
              <a:t>##</a:t>
            </a:r>
          </a:p>
        </p:txBody>
      </p:sp>
      <p:sp>
        <p:nvSpPr>
          <p:cNvPr id="13" name="Text Placeholder 46">
            <a:extLst>
              <a:ext uri="{FF2B5EF4-FFF2-40B4-BE49-F238E27FC236}">
                <a16:creationId xmlns:a16="http://schemas.microsoft.com/office/drawing/2014/main" id="{24C9999E-12DC-CCAB-C571-FA4A925469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24498" y="4508091"/>
            <a:ext cx="571758" cy="571758"/>
          </a:xfrm>
          <a:prstGeom prst="ellipse">
            <a:avLst/>
          </a:prstGeom>
          <a:solidFill>
            <a:schemeClr val="bg2"/>
          </a:solidFill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lang="en-US" dirty="0"/>
              <a:t>##</a:t>
            </a:r>
          </a:p>
        </p:txBody>
      </p:sp>
      <p:sp>
        <p:nvSpPr>
          <p:cNvPr id="16" name="Text Placeholder 40">
            <a:extLst>
              <a:ext uri="{FF2B5EF4-FFF2-40B4-BE49-F238E27FC236}">
                <a16:creationId xmlns:a16="http://schemas.microsoft.com/office/drawing/2014/main" id="{15E35BD6-A8D0-D086-B7C9-09DFE7C36C5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44203" y="2882976"/>
            <a:ext cx="4371398" cy="1092046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[Add text] “enter” + “tab” to add content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40">
            <a:extLst>
              <a:ext uri="{FF2B5EF4-FFF2-40B4-BE49-F238E27FC236}">
                <a16:creationId xmlns:a16="http://schemas.microsoft.com/office/drawing/2014/main" id="{88984719-91A4-1AF8-2BA4-D5FD844BAD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09970" y="4664869"/>
            <a:ext cx="4371398" cy="1092046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[Add text] “enter” + “tab” to add content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0535882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opics / 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256CB0B-8772-2148-F394-EBB730700C8D}"/>
              </a:ext>
            </a:extLst>
          </p:cNvPr>
          <p:cNvSpPr/>
          <p:nvPr userDrawn="1"/>
        </p:nvSpPr>
        <p:spPr>
          <a:xfrm>
            <a:off x="8899730" y="1749117"/>
            <a:ext cx="2063908" cy="388968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F6F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82DE72-ABDB-CF06-8954-11C4621E8FF7}"/>
              </a:ext>
            </a:extLst>
          </p:cNvPr>
          <p:cNvSpPr/>
          <p:nvPr userDrawn="1"/>
        </p:nvSpPr>
        <p:spPr>
          <a:xfrm>
            <a:off x="6096000" y="1749117"/>
            <a:ext cx="2063908" cy="388968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4F6F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D3AEC6-28E3-49B9-7D11-B8B569766787}"/>
              </a:ext>
            </a:extLst>
          </p:cNvPr>
          <p:cNvSpPr/>
          <p:nvPr userDrawn="1"/>
        </p:nvSpPr>
        <p:spPr>
          <a:xfrm>
            <a:off x="3279980" y="1749117"/>
            <a:ext cx="2063908" cy="388968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F6F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429318-9662-5A08-72CD-07F07B183DAF}"/>
              </a:ext>
            </a:extLst>
          </p:cNvPr>
          <p:cNvSpPr/>
          <p:nvPr userDrawn="1"/>
        </p:nvSpPr>
        <p:spPr>
          <a:xfrm>
            <a:off x="476250" y="1749117"/>
            <a:ext cx="2063908" cy="388968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4F6F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E913D1-FA5D-AA51-7BE2-537BC0D37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578097-B5DC-96C8-0C3C-3FFFBC2BA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AAAD-936D-42D9-9338-95D87D419747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AE171C-DF8C-0DF4-D063-59012A2EF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0F029-9D4E-6DB1-FC78-FD05C488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40">
            <a:extLst>
              <a:ext uri="{FF2B5EF4-FFF2-40B4-BE49-F238E27FC236}">
                <a16:creationId xmlns:a16="http://schemas.microsoft.com/office/drawing/2014/main" id="{4B7A3F10-F9C6-2DEF-3255-5D66542E46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9336" y="2542162"/>
            <a:ext cx="1729562" cy="2844987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[Title] </a:t>
            </a:r>
            <a:br>
              <a:rPr lang="en-US" dirty="0"/>
            </a:br>
            <a:r>
              <a:rPr lang="en-US" dirty="0"/>
              <a:t>“enter” + “tab” to add content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2">
            <a:extLst>
              <a:ext uri="{FF2B5EF4-FFF2-40B4-BE49-F238E27FC236}">
                <a16:creationId xmlns:a16="http://schemas.microsoft.com/office/drawing/2014/main" id="{B534BD12-F515-A24D-1B5C-36D77F71F74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64811" y="2541052"/>
            <a:ext cx="1726662" cy="2847405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lang="en-US" dirty="0"/>
              <a:t>[Title] </a:t>
            </a:r>
            <a:br>
              <a:rPr lang="en-US" dirty="0"/>
            </a:br>
            <a:r>
              <a:rPr lang="en-US" dirty="0"/>
              <a:t>“enter” + “tab” to add content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B69B4B29-70BF-C058-13D7-7B01501941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3857" y="2521496"/>
            <a:ext cx="1726662" cy="2847405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lang="en-US" dirty="0"/>
              <a:t>[Title] </a:t>
            </a:r>
            <a:br>
              <a:rPr lang="en-US" dirty="0"/>
            </a:br>
            <a:r>
              <a:rPr lang="en-US" dirty="0"/>
              <a:t>“enter” + “tab” to add content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48">
            <a:extLst>
              <a:ext uri="{FF2B5EF4-FFF2-40B4-BE49-F238E27FC236}">
                <a16:creationId xmlns:a16="http://schemas.microsoft.com/office/drawing/2014/main" id="{970239FF-E27F-69EE-C7B1-BF2DA2E0BD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64249" y="2521496"/>
            <a:ext cx="1726662" cy="2847405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lang="en-US" dirty="0"/>
              <a:t>[Title] </a:t>
            </a:r>
            <a:br>
              <a:rPr lang="en-US" dirty="0"/>
            </a:br>
            <a:r>
              <a:rPr lang="en-US" dirty="0"/>
              <a:t>“enter” + “tab” to add content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Text Placeholder 40">
            <a:extLst>
              <a:ext uri="{FF2B5EF4-FFF2-40B4-BE49-F238E27FC236}">
                <a16:creationId xmlns:a16="http://schemas.microsoft.com/office/drawing/2014/main" id="{E142635D-38C7-8CDC-A15A-45E4326950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8362" y="1509705"/>
            <a:ext cx="571758" cy="571758"/>
          </a:xfrm>
          <a:prstGeom prst="ellipse">
            <a:avLst/>
          </a:prstGeom>
          <a:solidFill>
            <a:schemeClr val="bg2"/>
          </a:solidFill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9" name="Text Placeholder 42">
            <a:extLst>
              <a:ext uri="{FF2B5EF4-FFF2-40B4-BE49-F238E27FC236}">
                <a16:creationId xmlns:a16="http://schemas.microsoft.com/office/drawing/2014/main" id="{B6E4CD86-1564-28BF-E1E5-3657F03F7E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43837" y="1508655"/>
            <a:ext cx="571758" cy="571758"/>
          </a:xfrm>
          <a:prstGeom prst="ellipse">
            <a:avLst/>
          </a:prstGeom>
          <a:solidFill>
            <a:schemeClr val="bg2"/>
          </a:solidFill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lang="en-US" dirty="0"/>
              <a:t>##</a:t>
            </a:r>
          </a:p>
        </p:txBody>
      </p:sp>
      <p:sp>
        <p:nvSpPr>
          <p:cNvPr id="20" name="Text Placeholder 46">
            <a:extLst>
              <a:ext uri="{FF2B5EF4-FFF2-40B4-BE49-F238E27FC236}">
                <a16:creationId xmlns:a16="http://schemas.microsoft.com/office/drawing/2014/main" id="{35EF8B6A-1273-B4B1-C0C3-C4E0016FEF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42883" y="1489099"/>
            <a:ext cx="571758" cy="571758"/>
          </a:xfrm>
          <a:prstGeom prst="ellipse">
            <a:avLst/>
          </a:prstGeom>
          <a:solidFill>
            <a:schemeClr val="bg2"/>
          </a:solidFill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lang="en-US" dirty="0"/>
              <a:t>##</a:t>
            </a:r>
          </a:p>
        </p:txBody>
      </p:sp>
      <p:sp>
        <p:nvSpPr>
          <p:cNvPr id="21" name="Text Placeholder 48">
            <a:extLst>
              <a:ext uri="{FF2B5EF4-FFF2-40B4-BE49-F238E27FC236}">
                <a16:creationId xmlns:a16="http://schemas.microsoft.com/office/drawing/2014/main" id="{D00D31BE-395E-95F1-0D47-32196FDAAD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43275" y="1489099"/>
            <a:ext cx="571758" cy="571758"/>
          </a:xfrm>
          <a:prstGeom prst="ellipse">
            <a:avLst/>
          </a:prstGeom>
          <a:solidFill>
            <a:schemeClr val="bg2"/>
          </a:solidFill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9344049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~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F680B9-3D9B-3696-0F71-B62E4341B9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86311E-6DE9-D1C4-6409-F288D9A1FCA2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2888752330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6D239-1871-2A1F-29F3-BD2B3F67F0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365125"/>
            <a:ext cx="9848132" cy="2612015"/>
          </a:xfrm>
        </p:spPr>
        <p:txBody>
          <a:bodyPr anchor="b"/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[Add section headline]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FEAD5-7613-0B17-648A-9BEB4CAB2EE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6250" y="3143266"/>
            <a:ext cx="9848132" cy="79549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/ Presenter Name,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F9C78-3636-46EB-96A2-8B8959D6D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7538-DDFD-4008-BAB3-CA2F4B29F291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E5A38-7750-7523-2517-AFF7E3428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ight Triangle 2">
            <a:extLst>
              <a:ext uri="{FF2B5EF4-FFF2-40B4-BE49-F238E27FC236}">
                <a16:creationId xmlns:a16="http://schemas.microsoft.com/office/drawing/2014/main" id="{18B06690-16EF-1C32-E01C-0A08B1285DC5}"/>
              </a:ext>
            </a:extLst>
          </p:cNvPr>
          <p:cNvSpPr/>
          <p:nvPr userDrawn="1"/>
        </p:nvSpPr>
        <p:spPr>
          <a:xfrm rot="16200000">
            <a:off x="5734591" y="1438169"/>
            <a:ext cx="3219409" cy="7620254"/>
          </a:xfrm>
          <a:custGeom>
            <a:avLst/>
            <a:gdLst>
              <a:gd name="connsiteX0" fmla="*/ 0 w 3080478"/>
              <a:gd name="connsiteY0" fmla="*/ 7220204 h 7220204"/>
              <a:gd name="connsiteX1" fmla="*/ 0 w 3080478"/>
              <a:gd name="connsiteY1" fmla="*/ 0 h 7220204"/>
              <a:gd name="connsiteX2" fmla="*/ 3080478 w 3080478"/>
              <a:gd name="connsiteY2" fmla="*/ 7220204 h 7220204"/>
              <a:gd name="connsiteX3" fmla="*/ 0 w 3080478"/>
              <a:gd name="connsiteY3" fmla="*/ 7220204 h 7220204"/>
              <a:gd name="connsiteX0" fmla="*/ 0 w 3236341"/>
              <a:gd name="connsiteY0" fmla="*/ 7220204 h 7620254"/>
              <a:gd name="connsiteX1" fmla="*/ 0 w 3236341"/>
              <a:gd name="connsiteY1" fmla="*/ 0 h 7620254"/>
              <a:gd name="connsiteX2" fmla="*/ 3236341 w 3236341"/>
              <a:gd name="connsiteY2" fmla="*/ 7620254 h 7620254"/>
              <a:gd name="connsiteX3" fmla="*/ 0 w 3236341"/>
              <a:gd name="connsiteY3" fmla="*/ 7220204 h 7620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6341" h="7620254">
                <a:moveTo>
                  <a:pt x="0" y="7220204"/>
                </a:moveTo>
                <a:lnTo>
                  <a:pt x="0" y="0"/>
                </a:lnTo>
                <a:lnTo>
                  <a:pt x="3236341" y="7620254"/>
                </a:lnTo>
                <a:lnTo>
                  <a:pt x="0" y="722020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7">
            <a:extLst>
              <a:ext uri="{FF2B5EF4-FFF2-40B4-BE49-F238E27FC236}">
                <a16:creationId xmlns:a16="http://schemas.microsoft.com/office/drawing/2014/main" id="{32849439-FA95-1807-60C5-1621147AF273}"/>
              </a:ext>
            </a:extLst>
          </p:cNvPr>
          <p:cNvSpPr/>
          <p:nvPr userDrawn="1"/>
        </p:nvSpPr>
        <p:spPr>
          <a:xfrm rot="13020306">
            <a:off x="10522537" y="77042"/>
            <a:ext cx="2383252" cy="3557165"/>
          </a:xfrm>
          <a:custGeom>
            <a:avLst/>
            <a:gdLst>
              <a:gd name="connsiteX0" fmla="*/ 0 w 2989034"/>
              <a:gd name="connsiteY0" fmla="*/ 3747387 h 3747387"/>
              <a:gd name="connsiteX1" fmla="*/ 1494517 w 2989034"/>
              <a:gd name="connsiteY1" fmla="*/ 0 h 3747387"/>
              <a:gd name="connsiteX2" fmla="*/ 2989034 w 2989034"/>
              <a:gd name="connsiteY2" fmla="*/ 3747387 h 3747387"/>
              <a:gd name="connsiteX3" fmla="*/ 0 w 2989034"/>
              <a:gd name="connsiteY3" fmla="*/ 3747387 h 3747387"/>
              <a:gd name="connsiteX0" fmla="*/ 0 w 3309786"/>
              <a:gd name="connsiteY0" fmla="*/ 3747387 h 3747387"/>
              <a:gd name="connsiteX1" fmla="*/ 1494517 w 3309786"/>
              <a:gd name="connsiteY1" fmla="*/ 0 h 3747387"/>
              <a:gd name="connsiteX2" fmla="*/ 3309786 w 3309786"/>
              <a:gd name="connsiteY2" fmla="*/ 3180929 h 3747387"/>
              <a:gd name="connsiteX3" fmla="*/ 0 w 3309786"/>
              <a:gd name="connsiteY3" fmla="*/ 3747387 h 3747387"/>
              <a:gd name="connsiteX0" fmla="*/ 91038 w 1815269"/>
              <a:gd name="connsiteY0" fmla="*/ 4479261 h 4479261"/>
              <a:gd name="connsiteX1" fmla="*/ 0 w 1815269"/>
              <a:gd name="connsiteY1" fmla="*/ 0 h 4479261"/>
              <a:gd name="connsiteX2" fmla="*/ 1815269 w 1815269"/>
              <a:gd name="connsiteY2" fmla="*/ 3180929 h 4479261"/>
              <a:gd name="connsiteX3" fmla="*/ 91038 w 1815269"/>
              <a:gd name="connsiteY3" fmla="*/ 4479261 h 4479261"/>
              <a:gd name="connsiteX0" fmla="*/ 91038 w 1815269"/>
              <a:gd name="connsiteY0" fmla="*/ 4479261 h 4479261"/>
              <a:gd name="connsiteX1" fmla="*/ 78524 w 1815269"/>
              <a:gd name="connsiteY1" fmla="*/ 4014238 h 4479261"/>
              <a:gd name="connsiteX2" fmla="*/ 0 w 1815269"/>
              <a:gd name="connsiteY2" fmla="*/ 0 h 4479261"/>
              <a:gd name="connsiteX3" fmla="*/ 1815269 w 1815269"/>
              <a:gd name="connsiteY3" fmla="*/ 3180929 h 4479261"/>
              <a:gd name="connsiteX4" fmla="*/ 91038 w 1815269"/>
              <a:gd name="connsiteY4" fmla="*/ 4479261 h 4479261"/>
              <a:gd name="connsiteX0" fmla="*/ 1494918 w 3219149"/>
              <a:gd name="connsiteY0" fmla="*/ 4479261 h 4479261"/>
              <a:gd name="connsiteX1" fmla="*/ 0 w 3219149"/>
              <a:gd name="connsiteY1" fmla="*/ 2461205 h 4479261"/>
              <a:gd name="connsiteX2" fmla="*/ 1403880 w 3219149"/>
              <a:gd name="connsiteY2" fmla="*/ 0 h 4479261"/>
              <a:gd name="connsiteX3" fmla="*/ 3219149 w 3219149"/>
              <a:gd name="connsiteY3" fmla="*/ 3180929 h 4479261"/>
              <a:gd name="connsiteX4" fmla="*/ 1494918 w 3219149"/>
              <a:gd name="connsiteY4" fmla="*/ 4479261 h 4479261"/>
              <a:gd name="connsiteX0" fmla="*/ 1505145 w 3219149"/>
              <a:gd name="connsiteY0" fmla="*/ 4475824 h 4475824"/>
              <a:gd name="connsiteX1" fmla="*/ 0 w 3219149"/>
              <a:gd name="connsiteY1" fmla="*/ 2461205 h 4475824"/>
              <a:gd name="connsiteX2" fmla="*/ 1403880 w 3219149"/>
              <a:gd name="connsiteY2" fmla="*/ 0 h 4475824"/>
              <a:gd name="connsiteX3" fmla="*/ 3219149 w 3219149"/>
              <a:gd name="connsiteY3" fmla="*/ 3180929 h 4475824"/>
              <a:gd name="connsiteX4" fmla="*/ 1505145 w 3219149"/>
              <a:gd name="connsiteY4" fmla="*/ 4475824 h 4475824"/>
              <a:gd name="connsiteX0" fmla="*/ 1511534 w 3219149"/>
              <a:gd name="connsiteY0" fmla="*/ 4291563 h 4291563"/>
              <a:gd name="connsiteX1" fmla="*/ 0 w 3219149"/>
              <a:gd name="connsiteY1" fmla="*/ 2461205 h 4291563"/>
              <a:gd name="connsiteX2" fmla="*/ 1403880 w 3219149"/>
              <a:gd name="connsiteY2" fmla="*/ 0 h 4291563"/>
              <a:gd name="connsiteX3" fmla="*/ 3219149 w 3219149"/>
              <a:gd name="connsiteY3" fmla="*/ 3180929 h 4291563"/>
              <a:gd name="connsiteX4" fmla="*/ 1511534 w 3219149"/>
              <a:gd name="connsiteY4" fmla="*/ 4291563 h 4291563"/>
              <a:gd name="connsiteX0" fmla="*/ 1499655 w 3219149"/>
              <a:gd name="connsiteY0" fmla="*/ 4462871 h 4462871"/>
              <a:gd name="connsiteX1" fmla="*/ 0 w 3219149"/>
              <a:gd name="connsiteY1" fmla="*/ 2461205 h 4462871"/>
              <a:gd name="connsiteX2" fmla="*/ 1403880 w 3219149"/>
              <a:gd name="connsiteY2" fmla="*/ 0 h 4462871"/>
              <a:gd name="connsiteX3" fmla="*/ 3219149 w 3219149"/>
              <a:gd name="connsiteY3" fmla="*/ 3180929 h 4462871"/>
              <a:gd name="connsiteX4" fmla="*/ 1499655 w 3219149"/>
              <a:gd name="connsiteY4" fmla="*/ 4462871 h 4462871"/>
              <a:gd name="connsiteX0" fmla="*/ 1499655 w 3214370"/>
              <a:gd name="connsiteY0" fmla="*/ 4462871 h 4462871"/>
              <a:gd name="connsiteX1" fmla="*/ 0 w 3214370"/>
              <a:gd name="connsiteY1" fmla="*/ 2461205 h 4462871"/>
              <a:gd name="connsiteX2" fmla="*/ 1403880 w 3214370"/>
              <a:gd name="connsiteY2" fmla="*/ 0 h 4462871"/>
              <a:gd name="connsiteX3" fmla="*/ 3214370 w 3214370"/>
              <a:gd name="connsiteY3" fmla="*/ 3180258 h 4462871"/>
              <a:gd name="connsiteX4" fmla="*/ 1499655 w 3214370"/>
              <a:gd name="connsiteY4" fmla="*/ 4462871 h 4462871"/>
              <a:gd name="connsiteX0" fmla="*/ 1499655 w 3214370"/>
              <a:gd name="connsiteY0" fmla="*/ 4373505 h 4373505"/>
              <a:gd name="connsiteX1" fmla="*/ 0 w 3214370"/>
              <a:gd name="connsiteY1" fmla="*/ 2371839 h 4373505"/>
              <a:gd name="connsiteX2" fmla="*/ 1415692 w 3214370"/>
              <a:gd name="connsiteY2" fmla="*/ 0 h 4373505"/>
              <a:gd name="connsiteX3" fmla="*/ 3214370 w 3214370"/>
              <a:gd name="connsiteY3" fmla="*/ 3090892 h 4373505"/>
              <a:gd name="connsiteX4" fmla="*/ 1499655 w 3214370"/>
              <a:gd name="connsiteY4" fmla="*/ 4373505 h 4373505"/>
              <a:gd name="connsiteX0" fmla="*/ 1499655 w 3214370"/>
              <a:gd name="connsiteY0" fmla="*/ 4435543 h 4435543"/>
              <a:gd name="connsiteX1" fmla="*/ 0 w 3214370"/>
              <a:gd name="connsiteY1" fmla="*/ 2433877 h 4435543"/>
              <a:gd name="connsiteX2" fmla="*/ 1390297 w 3214370"/>
              <a:gd name="connsiteY2" fmla="*/ 0 h 4435543"/>
              <a:gd name="connsiteX3" fmla="*/ 3214370 w 3214370"/>
              <a:gd name="connsiteY3" fmla="*/ 3152930 h 4435543"/>
              <a:gd name="connsiteX4" fmla="*/ 1499655 w 3214370"/>
              <a:gd name="connsiteY4" fmla="*/ 4435543 h 4435543"/>
              <a:gd name="connsiteX0" fmla="*/ 1499655 w 3237631"/>
              <a:gd name="connsiteY0" fmla="*/ 4435543 h 4435543"/>
              <a:gd name="connsiteX1" fmla="*/ 0 w 3237631"/>
              <a:gd name="connsiteY1" fmla="*/ 2433877 h 4435543"/>
              <a:gd name="connsiteX2" fmla="*/ 1390297 w 3237631"/>
              <a:gd name="connsiteY2" fmla="*/ 0 h 4435543"/>
              <a:gd name="connsiteX3" fmla="*/ 3237631 w 3237631"/>
              <a:gd name="connsiteY3" fmla="*/ 3178124 h 4435543"/>
              <a:gd name="connsiteX4" fmla="*/ 1499655 w 3237631"/>
              <a:gd name="connsiteY4" fmla="*/ 4435543 h 4435543"/>
              <a:gd name="connsiteX0" fmla="*/ 1499655 w 3208881"/>
              <a:gd name="connsiteY0" fmla="*/ 4435543 h 4435543"/>
              <a:gd name="connsiteX1" fmla="*/ 0 w 3208881"/>
              <a:gd name="connsiteY1" fmla="*/ 2433877 h 4435543"/>
              <a:gd name="connsiteX2" fmla="*/ 1390297 w 3208881"/>
              <a:gd name="connsiteY2" fmla="*/ 0 h 4435543"/>
              <a:gd name="connsiteX3" fmla="*/ 3208881 w 3208881"/>
              <a:gd name="connsiteY3" fmla="*/ 3139978 h 4435543"/>
              <a:gd name="connsiteX4" fmla="*/ 1499655 w 3208881"/>
              <a:gd name="connsiteY4" fmla="*/ 4435543 h 4435543"/>
              <a:gd name="connsiteX0" fmla="*/ 1496890 w 3208881"/>
              <a:gd name="connsiteY0" fmla="*/ 4420537 h 4420537"/>
              <a:gd name="connsiteX1" fmla="*/ 0 w 3208881"/>
              <a:gd name="connsiteY1" fmla="*/ 2433877 h 4420537"/>
              <a:gd name="connsiteX2" fmla="*/ 1390297 w 3208881"/>
              <a:gd name="connsiteY2" fmla="*/ 0 h 4420537"/>
              <a:gd name="connsiteX3" fmla="*/ 3208881 w 3208881"/>
              <a:gd name="connsiteY3" fmla="*/ 3139978 h 4420537"/>
              <a:gd name="connsiteX4" fmla="*/ 1496890 w 3208881"/>
              <a:gd name="connsiteY4" fmla="*/ 4420537 h 4420537"/>
              <a:gd name="connsiteX0" fmla="*/ 1503051 w 3208881"/>
              <a:gd name="connsiteY0" fmla="*/ 4428711 h 4428711"/>
              <a:gd name="connsiteX1" fmla="*/ 0 w 3208881"/>
              <a:gd name="connsiteY1" fmla="*/ 2433877 h 4428711"/>
              <a:gd name="connsiteX2" fmla="*/ 1390297 w 3208881"/>
              <a:gd name="connsiteY2" fmla="*/ 0 h 4428711"/>
              <a:gd name="connsiteX3" fmla="*/ 3208881 w 3208881"/>
              <a:gd name="connsiteY3" fmla="*/ 3139978 h 4428711"/>
              <a:gd name="connsiteX4" fmla="*/ 1503051 w 3208881"/>
              <a:gd name="connsiteY4" fmla="*/ 4428711 h 4428711"/>
              <a:gd name="connsiteX0" fmla="*/ 1503051 w 3215042"/>
              <a:gd name="connsiteY0" fmla="*/ 4428711 h 4428711"/>
              <a:gd name="connsiteX1" fmla="*/ 0 w 3215042"/>
              <a:gd name="connsiteY1" fmla="*/ 2433877 h 4428711"/>
              <a:gd name="connsiteX2" fmla="*/ 1390297 w 3215042"/>
              <a:gd name="connsiteY2" fmla="*/ 0 h 4428711"/>
              <a:gd name="connsiteX3" fmla="*/ 3215042 w 3215042"/>
              <a:gd name="connsiteY3" fmla="*/ 3148153 h 4428711"/>
              <a:gd name="connsiteX4" fmla="*/ 1503051 w 3215042"/>
              <a:gd name="connsiteY4" fmla="*/ 4428711 h 4428711"/>
              <a:gd name="connsiteX0" fmla="*/ 1506487 w 3215042"/>
              <a:gd name="connsiteY0" fmla="*/ 4438939 h 4438939"/>
              <a:gd name="connsiteX1" fmla="*/ 0 w 3215042"/>
              <a:gd name="connsiteY1" fmla="*/ 2433877 h 4438939"/>
              <a:gd name="connsiteX2" fmla="*/ 1390297 w 3215042"/>
              <a:gd name="connsiteY2" fmla="*/ 0 h 4438939"/>
              <a:gd name="connsiteX3" fmla="*/ 3215042 w 3215042"/>
              <a:gd name="connsiteY3" fmla="*/ 3148153 h 4438939"/>
              <a:gd name="connsiteX4" fmla="*/ 1506487 w 3215042"/>
              <a:gd name="connsiteY4" fmla="*/ 4438939 h 4438939"/>
              <a:gd name="connsiteX0" fmla="*/ 1420343 w 3215042"/>
              <a:gd name="connsiteY0" fmla="*/ 4088648 h 4088648"/>
              <a:gd name="connsiteX1" fmla="*/ 0 w 3215042"/>
              <a:gd name="connsiteY1" fmla="*/ 2433877 h 4088648"/>
              <a:gd name="connsiteX2" fmla="*/ 1390297 w 3215042"/>
              <a:gd name="connsiteY2" fmla="*/ 0 h 4088648"/>
              <a:gd name="connsiteX3" fmla="*/ 3215042 w 3215042"/>
              <a:gd name="connsiteY3" fmla="*/ 3148153 h 4088648"/>
              <a:gd name="connsiteX4" fmla="*/ 1420343 w 3215042"/>
              <a:gd name="connsiteY4" fmla="*/ 4088648 h 4088648"/>
              <a:gd name="connsiteX0" fmla="*/ 2750218 w 3215042"/>
              <a:gd name="connsiteY0" fmla="*/ 3480066 h 3480066"/>
              <a:gd name="connsiteX1" fmla="*/ 0 w 3215042"/>
              <a:gd name="connsiteY1" fmla="*/ 2433877 h 3480066"/>
              <a:gd name="connsiteX2" fmla="*/ 1390297 w 3215042"/>
              <a:gd name="connsiteY2" fmla="*/ 0 h 3480066"/>
              <a:gd name="connsiteX3" fmla="*/ 3215042 w 3215042"/>
              <a:gd name="connsiteY3" fmla="*/ 3148153 h 3480066"/>
              <a:gd name="connsiteX4" fmla="*/ 2750218 w 3215042"/>
              <a:gd name="connsiteY4" fmla="*/ 3480066 h 3480066"/>
              <a:gd name="connsiteX0" fmla="*/ 1921864 w 2386688"/>
              <a:gd name="connsiteY0" fmla="*/ 3480066 h 3480066"/>
              <a:gd name="connsiteX1" fmla="*/ 0 w 2386688"/>
              <a:gd name="connsiteY1" fmla="*/ 991285 h 3480066"/>
              <a:gd name="connsiteX2" fmla="*/ 561943 w 2386688"/>
              <a:gd name="connsiteY2" fmla="*/ 0 h 3480066"/>
              <a:gd name="connsiteX3" fmla="*/ 2386688 w 2386688"/>
              <a:gd name="connsiteY3" fmla="*/ 3148153 h 3480066"/>
              <a:gd name="connsiteX4" fmla="*/ 1921864 w 2386688"/>
              <a:gd name="connsiteY4" fmla="*/ 3480066 h 3480066"/>
              <a:gd name="connsiteX0" fmla="*/ 1921864 w 2383252"/>
              <a:gd name="connsiteY0" fmla="*/ 3480066 h 3480066"/>
              <a:gd name="connsiteX1" fmla="*/ 0 w 2383252"/>
              <a:gd name="connsiteY1" fmla="*/ 991285 h 3480066"/>
              <a:gd name="connsiteX2" fmla="*/ 561943 w 2383252"/>
              <a:gd name="connsiteY2" fmla="*/ 0 h 3480066"/>
              <a:gd name="connsiteX3" fmla="*/ 2383252 w 2383252"/>
              <a:gd name="connsiteY3" fmla="*/ 3138147 h 3480066"/>
              <a:gd name="connsiteX4" fmla="*/ 1921864 w 2383252"/>
              <a:gd name="connsiteY4" fmla="*/ 3480066 h 348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252" h="3480066">
                <a:moveTo>
                  <a:pt x="1921864" y="3480066"/>
                </a:moveTo>
                <a:lnTo>
                  <a:pt x="0" y="991285"/>
                </a:lnTo>
                <a:lnTo>
                  <a:pt x="561943" y="0"/>
                </a:lnTo>
                <a:lnTo>
                  <a:pt x="2383252" y="3138147"/>
                </a:lnTo>
                <a:lnTo>
                  <a:pt x="1921864" y="34800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EE090-0D6F-2B15-3688-F36CB80D2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82ED29-72B5-B6DB-CB96-2D069E4183E7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bg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3012686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/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1">
            <a:extLst>
              <a:ext uri="{FF2B5EF4-FFF2-40B4-BE49-F238E27FC236}">
                <a16:creationId xmlns:a16="http://schemas.microsoft.com/office/drawing/2014/main" id="{34BF74F0-2EB2-16A3-FBDE-A80374B42673}"/>
              </a:ext>
            </a:extLst>
          </p:cNvPr>
          <p:cNvSpPr/>
          <p:nvPr userDrawn="1"/>
        </p:nvSpPr>
        <p:spPr>
          <a:xfrm>
            <a:off x="0" y="5172094"/>
            <a:ext cx="5932170" cy="1691600"/>
          </a:xfrm>
          <a:custGeom>
            <a:avLst/>
            <a:gdLst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932170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208114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208114 w 5932170"/>
              <a:gd name="connsiteY2" fmla="*/ 1680210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103612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894607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972984 w 5932170"/>
              <a:gd name="connsiteY2" fmla="*/ 1676478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2762"/>
              <a:gd name="connsiteX1" fmla="*/ 5932170 w 5932170"/>
              <a:gd name="connsiteY1" fmla="*/ 0 h 1682762"/>
              <a:gd name="connsiteX2" fmla="*/ 4966700 w 5932170"/>
              <a:gd name="connsiteY2" fmla="*/ 1682762 h 1682762"/>
              <a:gd name="connsiteX3" fmla="*/ 0 w 5932170"/>
              <a:gd name="connsiteY3" fmla="*/ 1680210 h 1682762"/>
              <a:gd name="connsiteX4" fmla="*/ 0 w 5932170"/>
              <a:gd name="connsiteY4" fmla="*/ 0 h 1682762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4960415 w 5932170"/>
              <a:gd name="connsiteY2" fmla="*/ 1685904 h 1685904"/>
              <a:gd name="connsiteX3" fmla="*/ 0 w 5932170"/>
              <a:gd name="connsiteY3" fmla="*/ 1680210 h 1685904"/>
              <a:gd name="connsiteX4" fmla="*/ 0 w 5932170"/>
              <a:gd name="connsiteY4" fmla="*/ 0 h 1685904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4960415 w 5932170"/>
              <a:gd name="connsiteY2" fmla="*/ 1685904 h 1685904"/>
              <a:gd name="connsiteX3" fmla="*/ 0 w 5932170"/>
              <a:gd name="connsiteY3" fmla="*/ 1685406 h 1685904"/>
              <a:gd name="connsiteX4" fmla="*/ 0 w 5932170"/>
              <a:gd name="connsiteY4" fmla="*/ 0 h 168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2170" h="1685904">
                <a:moveTo>
                  <a:pt x="0" y="0"/>
                </a:moveTo>
                <a:lnTo>
                  <a:pt x="5932170" y="0"/>
                </a:lnTo>
                <a:lnTo>
                  <a:pt x="4960415" y="1685904"/>
                </a:lnTo>
                <a:lnTo>
                  <a:pt x="0" y="1685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Pentagon 1">
            <a:extLst>
              <a:ext uri="{FF2B5EF4-FFF2-40B4-BE49-F238E27FC236}">
                <a16:creationId xmlns:a16="http://schemas.microsoft.com/office/drawing/2014/main" id="{8273C4E2-E5B1-C405-BE2B-6C568B6EA9C2}"/>
              </a:ext>
            </a:extLst>
          </p:cNvPr>
          <p:cNvSpPr/>
          <p:nvPr userDrawn="1"/>
        </p:nvSpPr>
        <p:spPr>
          <a:xfrm rot="10800000">
            <a:off x="4951644" y="5172094"/>
            <a:ext cx="7246106" cy="1685906"/>
          </a:xfrm>
          <a:custGeom>
            <a:avLst/>
            <a:gdLst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932170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208114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208114 w 5932170"/>
              <a:gd name="connsiteY2" fmla="*/ 1680210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103612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894607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972984 w 5932170"/>
              <a:gd name="connsiteY2" fmla="*/ 1676478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2762"/>
              <a:gd name="connsiteX1" fmla="*/ 5932170 w 5932170"/>
              <a:gd name="connsiteY1" fmla="*/ 0 h 1682762"/>
              <a:gd name="connsiteX2" fmla="*/ 4966700 w 5932170"/>
              <a:gd name="connsiteY2" fmla="*/ 1682762 h 1682762"/>
              <a:gd name="connsiteX3" fmla="*/ 0 w 5932170"/>
              <a:gd name="connsiteY3" fmla="*/ 1680210 h 1682762"/>
              <a:gd name="connsiteX4" fmla="*/ 0 w 5932170"/>
              <a:gd name="connsiteY4" fmla="*/ 0 h 1682762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4960415 w 5932170"/>
              <a:gd name="connsiteY2" fmla="*/ 1685904 h 1685904"/>
              <a:gd name="connsiteX3" fmla="*/ 0 w 5932170"/>
              <a:gd name="connsiteY3" fmla="*/ 1680210 h 1685904"/>
              <a:gd name="connsiteX4" fmla="*/ 0 w 5932170"/>
              <a:gd name="connsiteY4" fmla="*/ 0 h 1685904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144371 w 5932170"/>
              <a:gd name="connsiteY2" fmla="*/ 1680153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43145"/>
              <a:gd name="connsiteY0" fmla="*/ 0 h 1680210"/>
              <a:gd name="connsiteX1" fmla="*/ 5943145 w 5943145"/>
              <a:gd name="connsiteY1" fmla="*/ 0 h 1680210"/>
              <a:gd name="connsiteX2" fmla="*/ 5144371 w 5943145"/>
              <a:gd name="connsiteY2" fmla="*/ 1680153 h 1680210"/>
              <a:gd name="connsiteX3" fmla="*/ 0 w 5943145"/>
              <a:gd name="connsiteY3" fmla="*/ 1680210 h 1680210"/>
              <a:gd name="connsiteX4" fmla="*/ 0 w 5943145"/>
              <a:gd name="connsiteY4" fmla="*/ 0 h 1680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43145" h="1680210">
                <a:moveTo>
                  <a:pt x="0" y="0"/>
                </a:moveTo>
                <a:lnTo>
                  <a:pt x="5943145" y="0"/>
                </a:lnTo>
                <a:lnTo>
                  <a:pt x="5144371" y="1680153"/>
                </a:lnTo>
                <a:lnTo>
                  <a:pt x="0" y="168021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CC345-43E1-CC91-02FC-1C3BB99B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618B4-8EC0-429A-8307-550B7AD1DEFA}" type="datetime1">
              <a:rPr lang="en-US" smtClean="0"/>
              <a:t>3/23/2026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F3FA376-B76F-802A-6F7C-21CF97C5F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A226D8A-B3D5-4091-A61C-A34CE3B82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Arrow: Pentagon 1">
            <a:extLst>
              <a:ext uri="{FF2B5EF4-FFF2-40B4-BE49-F238E27FC236}">
                <a16:creationId xmlns:a16="http://schemas.microsoft.com/office/drawing/2014/main" id="{50238C67-5F1F-3146-4EAF-ADDE84E0EED8}"/>
              </a:ext>
            </a:extLst>
          </p:cNvPr>
          <p:cNvSpPr/>
          <p:nvPr userDrawn="1"/>
        </p:nvSpPr>
        <p:spPr>
          <a:xfrm>
            <a:off x="0" y="0"/>
            <a:ext cx="8962569" cy="5172094"/>
          </a:xfrm>
          <a:custGeom>
            <a:avLst/>
            <a:gdLst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932170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208114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208114 w 5932170"/>
              <a:gd name="connsiteY2" fmla="*/ 1680210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103612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894607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972984 w 5932170"/>
              <a:gd name="connsiteY2" fmla="*/ 1676478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2762"/>
              <a:gd name="connsiteX1" fmla="*/ 5932170 w 5932170"/>
              <a:gd name="connsiteY1" fmla="*/ 0 h 1682762"/>
              <a:gd name="connsiteX2" fmla="*/ 4966700 w 5932170"/>
              <a:gd name="connsiteY2" fmla="*/ 1682762 h 1682762"/>
              <a:gd name="connsiteX3" fmla="*/ 0 w 5932170"/>
              <a:gd name="connsiteY3" fmla="*/ 1680210 h 1682762"/>
              <a:gd name="connsiteX4" fmla="*/ 0 w 5932170"/>
              <a:gd name="connsiteY4" fmla="*/ 0 h 1682762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4960415 w 5932170"/>
              <a:gd name="connsiteY2" fmla="*/ 1685904 h 1685904"/>
              <a:gd name="connsiteX3" fmla="*/ 0 w 5932170"/>
              <a:gd name="connsiteY3" fmla="*/ 1680210 h 1685904"/>
              <a:gd name="connsiteX4" fmla="*/ 0 w 5932170"/>
              <a:gd name="connsiteY4" fmla="*/ 0 h 1685904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4960415 w 5932170"/>
              <a:gd name="connsiteY2" fmla="*/ 1685904 h 1685904"/>
              <a:gd name="connsiteX3" fmla="*/ 0 w 5932170"/>
              <a:gd name="connsiteY3" fmla="*/ 1685406 h 1685904"/>
              <a:gd name="connsiteX4" fmla="*/ 0 w 5932170"/>
              <a:gd name="connsiteY4" fmla="*/ 0 h 1685904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3951855 w 5932170"/>
              <a:gd name="connsiteY2" fmla="*/ 1685904 h 1685904"/>
              <a:gd name="connsiteX3" fmla="*/ 0 w 5932170"/>
              <a:gd name="connsiteY3" fmla="*/ 1685406 h 1685904"/>
              <a:gd name="connsiteX4" fmla="*/ 0 w 5932170"/>
              <a:gd name="connsiteY4" fmla="*/ 0 h 1685904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3937176 w 5932170"/>
              <a:gd name="connsiteY2" fmla="*/ 1685904 h 1685904"/>
              <a:gd name="connsiteX3" fmla="*/ 0 w 5932170"/>
              <a:gd name="connsiteY3" fmla="*/ 1685406 h 1685904"/>
              <a:gd name="connsiteX4" fmla="*/ 0 w 5932170"/>
              <a:gd name="connsiteY4" fmla="*/ 0 h 1685904"/>
              <a:gd name="connsiteX0" fmla="*/ 0 w 5946849"/>
              <a:gd name="connsiteY0" fmla="*/ 0 h 1685904"/>
              <a:gd name="connsiteX1" fmla="*/ 5946849 w 5946849"/>
              <a:gd name="connsiteY1" fmla="*/ 0 h 1685904"/>
              <a:gd name="connsiteX2" fmla="*/ 3937176 w 5946849"/>
              <a:gd name="connsiteY2" fmla="*/ 1685904 h 1685904"/>
              <a:gd name="connsiteX3" fmla="*/ 0 w 5946849"/>
              <a:gd name="connsiteY3" fmla="*/ 1685406 h 1685904"/>
              <a:gd name="connsiteX4" fmla="*/ 0 w 5946849"/>
              <a:gd name="connsiteY4" fmla="*/ 0 h 168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46849" h="1685904">
                <a:moveTo>
                  <a:pt x="0" y="0"/>
                </a:moveTo>
                <a:lnTo>
                  <a:pt x="5946849" y="0"/>
                </a:lnTo>
                <a:lnTo>
                  <a:pt x="3937176" y="1685904"/>
                </a:lnTo>
                <a:lnTo>
                  <a:pt x="0" y="168540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6FF84B68-B0F8-BA6E-6ED7-5F2DAF5F13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555171"/>
            <a:ext cx="5449767" cy="4103915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[Add divider text, statement or mention]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54E1F4-EDB9-FEFF-5060-7825C8560B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935077" y="0"/>
            <a:ext cx="6256923" cy="5169856"/>
          </a:xfrm>
          <a:custGeom>
            <a:avLst/>
            <a:gdLst>
              <a:gd name="connsiteX0" fmla="*/ 3027492 w 6256923"/>
              <a:gd name="connsiteY0" fmla="*/ 0 h 5169856"/>
              <a:gd name="connsiteX1" fmla="*/ 6256923 w 6256923"/>
              <a:gd name="connsiteY1" fmla="*/ 0 h 5169856"/>
              <a:gd name="connsiteX2" fmla="*/ 6256923 w 6256923"/>
              <a:gd name="connsiteY2" fmla="*/ 5169856 h 5169856"/>
              <a:gd name="connsiteX3" fmla="*/ 0 w 6256923"/>
              <a:gd name="connsiteY3" fmla="*/ 5169856 h 516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56923" h="5169856">
                <a:moveTo>
                  <a:pt x="3027492" y="0"/>
                </a:moveTo>
                <a:lnTo>
                  <a:pt x="6256923" y="0"/>
                </a:lnTo>
                <a:lnTo>
                  <a:pt x="6256923" y="5169856"/>
                </a:lnTo>
                <a:lnTo>
                  <a:pt x="0" y="5169856"/>
                </a:lnTo>
                <a:close/>
              </a:path>
            </a:pathLst>
          </a:cu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D56EB81-659A-6BE1-C64D-4C5971055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C514E8F-25C7-8BAB-CE9A-F10E3E5E69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35663" y="0"/>
            <a:ext cx="6255749" cy="5165724"/>
          </a:xfrm>
          <a:custGeom>
            <a:avLst/>
            <a:gdLst>
              <a:gd name="connsiteX0" fmla="*/ 6255408 w 6255749"/>
              <a:gd name="connsiteY0" fmla="*/ 0 h 5165724"/>
              <a:gd name="connsiteX1" fmla="*/ 6255749 w 6255749"/>
              <a:gd name="connsiteY1" fmla="*/ 0 h 5165724"/>
              <a:gd name="connsiteX2" fmla="*/ 6255749 w 6255749"/>
              <a:gd name="connsiteY2" fmla="*/ 5165724 h 5165724"/>
              <a:gd name="connsiteX3" fmla="*/ 0 w 6255749"/>
              <a:gd name="connsiteY3" fmla="*/ 5165724 h 5165724"/>
              <a:gd name="connsiteX4" fmla="*/ 0 w 6255749"/>
              <a:gd name="connsiteY4" fmla="*/ 5164718 h 5165724"/>
              <a:gd name="connsiteX5" fmla="*/ 3008312 w 6255749"/>
              <a:gd name="connsiteY5" fmla="*/ 9526 h 5165724"/>
              <a:gd name="connsiteX0" fmla="*/ 6255408 w 6255749"/>
              <a:gd name="connsiteY0" fmla="*/ 0 h 5165724"/>
              <a:gd name="connsiteX1" fmla="*/ 6255749 w 6255749"/>
              <a:gd name="connsiteY1" fmla="*/ 0 h 5165724"/>
              <a:gd name="connsiteX2" fmla="*/ 6255749 w 6255749"/>
              <a:gd name="connsiteY2" fmla="*/ 5165724 h 5165724"/>
              <a:gd name="connsiteX3" fmla="*/ 0 w 6255749"/>
              <a:gd name="connsiteY3" fmla="*/ 5165724 h 5165724"/>
              <a:gd name="connsiteX4" fmla="*/ 0 w 6255749"/>
              <a:gd name="connsiteY4" fmla="*/ 5164718 h 5165724"/>
              <a:gd name="connsiteX5" fmla="*/ 3019165 w 6255749"/>
              <a:gd name="connsiteY5" fmla="*/ 1386 h 5165724"/>
              <a:gd name="connsiteX6" fmla="*/ 6255408 w 6255749"/>
              <a:gd name="connsiteY6" fmla="*/ 0 h 5165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5749" h="5165724">
                <a:moveTo>
                  <a:pt x="6255408" y="0"/>
                </a:moveTo>
                <a:lnTo>
                  <a:pt x="6255749" y="0"/>
                </a:lnTo>
                <a:lnTo>
                  <a:pt x="6255749" y="5165724"/>
                </a:lnTo>
                <a:lnTo>
                  <a:pt x="0" y="5165724"/>
                </a:lnTo>
                <a:lnTo>
                  <a:pt x="0" y="5164718"/>
                </a:lnTo>
                <a:lnTo>
                  <a:pt x="3019165" y="1386"/>
                </a:lnTo>
                <a:lnTo>
                  <a:pt x="6255408" y="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942029-3358-E09E-4245-B0DD3B34C3C5}"/>
              </a:ext>
            </a:extLst>
          </p:cNvPr>
          <p:cNvSpPr/>
          <p:nvPr userDrawn="1"/>
        </p:nvSpPr>
        <p:spPr>
          <a:xfrm>
            <a:off x="12269021" y="0"/>
            <a:ext cx="1199151" cy="13288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 dirty="0">
                <a:solidFill>
                  <a:schemeClr val="bg2"/>
                </a:solidFill>
              </a:rPr>
              <a:t>To insert a custom image, use the icon in the image placeholder.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 dirty="0">
                <a:solidFill>
                  <a:schemeClr val="bg2"/>
                </a:solidFill>
              </a:rPr>
              <a:t>If the inserted image needs to be adjusted / cropped inside the placeholder, select the image, and use the Crop tool on the Image Tab.  </a:t>
            </a:r>
          </a:p>
        </p:txBody>
      </p:sp>
    </p:spTree>
    <p:extLst>
      <p:ext uri="{BB962C8B-B14F-4D97-AF65-F5344CB8AC3E}">
        <p14:creationId xmlns:p14="http://schemas.microsoft.com/office/powerpoint/2010/main" val="35792574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/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/ Statement 2">
    <p:bg>
      <p:bgPr>
        <a:solidFill>
          <a:srgbClr val="02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F97D6D7-AC79-1D56-A6FA-C421D7E196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06818" y="0"/>
            <a:ext cx="6085182" cy="6858000"/>
          </a:xfrm>
          <a:custGeom>
            <a:avLst/>
            <a:gdLst>
              <a:gd name="connsiteX0" fmla="*/ 6085182 w 6085182"/>
              <a:gd name="connsiteY0" fmla="*/ 0 h 6858000"/>
              <a:gd name="connsiteX1" fmla="*/ 6085182 w 6085182"/>
              <a:gd name="connsiteY1" fmla="*/ 6858000 h 6858000"/>
              <a:gd name="connsiteX2" fmla="*/ 0 w 6085182"/>
              <a:gd name="connsiteY2" fmla="*/ 6858000 h 6858000"/>
              <a:gd name="connsiteX3" fmla="*/ 0 w 6085182"/>
              <a:gd name="connsiteY3" fmla="*/ 4553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85182" h="6858000">
                <a:moveTo>
                  <a:pt x="6085182" y="0"/>
                </a:moveTo>
                <a:lnTo>
                  <a:pt x="6085182" y="6858000"/>
                </a:lnTo>
                <a:lnTo>
                  <a:pt x="0" y="6858000"/>
                </a:lnTo>
                <a:lnTo>
                  <a:pt x="0" y="4553145"/>
                </a:lnTo>
                <a:close/>
              </a:path>
            </a:pathLst>
          </a:cu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84C812B-626F-A983-2C66-856E4140B049}"/>
              </a:ext>
            </a:extLst>
          </p:cNvPr>
          <p:cNvSpPr/>
          <p:nvPr userDrawn="1"/>
        </p:nvSpPr>
        <p:spPr>
          <a:xfrm>
            <a:off x="-2" y="-246"/>
            <a:ext cx="6096001" cy="6858246"/>
          </a:xfrm>
          <a:prstGeom prst="rect">
            <a:avLst/>
          </a:prstGeom>
          <a:solidFill>
            <a:srgbClr val="0211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C972A0E5-3C22-CFC8-FBFF-E915611E6FE0}"/>
              </a:ext>
            </a:extLst>
          </p:cNvPr>
          <p:cNvSpPr/>
          <p:nvPr userDrawn="1"/>
        </p:nvSpPr>
        <p:spPr>
          <a:xfrm rot="10800000" flipH="1">
            <a:off x="6095998" y="-250"/>
            <a:ext cx="6096002" cy="4561241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D4F891-9813-183A-A245-1CB670A59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67378" y="4559609"/>
            <a:ext cx="3828620" cy="2298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3EB2F3-179D-7B1B-13BC-F850A8AE17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555171"/>
            <a:ext cx="5449767" cy="4103915"/>
          </a:xfrm>
        </p:spPr>
        <p:txBody>
          <a:bodyPr anchor="ctr"/>
          <a:lstStyle/>
          <a:p>
            <a:r>
              <a:rPr lang="en-US" dirty="0"/>
              <a:t>[Add divider text, statement or mention]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F785B4-9921-0B66-6B0E-DACB85578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EFC2A-47EA-4919-B452-4EC20657A092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22858-B3F8-C598-38C3-777D229C4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1A55A-B9C6-3265-6358-745998F9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5C42065-81FC-852B-F714-81B3BE63EF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4F97A55-CDD7-1CA6-FB06-CDFFBE52B7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6096000 w 6096000"/>
              <a:gd name="connsiteY0" fmla="*/ 0 h 6858000"/>
              <a:gd name="connsiteX1" fmla="*/ 6096000 w 6096000"/>
              <a:gd name="connsiteY1" fmla="*/ 6858000 h 6858000"/>
              <a:gd name="connsiteX2" fmla="*/ 0 w 6096000"/>
              <a:gd name="connsiteY2" fmla="*/ 6858000 h 6858000"/>
              <a:gd name="connsiteX3" fmla="*/ 0 w 6096000"/>
              <a:gd name="connsiteY3" fmla="*/ 456124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6096000" y="0"/>
                </a:moveTo>
                <a:lnTo>
                  <a:pt x="6096000" y="6858000"/>
                </a:lnTo>
                <a:lnTo>
                  <a:pt x="0" y="6858000"/>
                </a:lnTo>
                <a:lnTo>
                  <a:pt x="0" y="456124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14B85C-C44D-C4C8-58D4-11B8535AE41F}"/>
              </a:ext>
            </a:extLst>
          </p:cNvPr>
          <p:cNvSpPr/>
          <p:nvPr userDrawn="1"/>
        </p:nvSpPr>
        <p:spPr>
          <a:xfrm>
            <a:off x="12269021" y="-250"/>
            <a:ext cx="1199151" cy="13288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 dirty="0">
                <a:solidFill>
                  <a:schemeClr val="bg2"/>
                </a:solidFill>
              </a:rPr>
              <a:t>To insert a custom image, use the icon in the image placeholder.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 dirty="0">
                <a:solidFill>
                  <a:schemeClr val="bg2"/>
                </a:solidFill>
              </a:rPr>
              <a:t>If the inserted image needs to be adjusted / cropped inside the placeholder, select the image, and use the Crop tool on the Image Tab.  </a:t>
            </a:r>
          </a:p>
        </p:txBody>
      </p:sp>
    </p:spTree>
    <p:extLst>
      <p:ext uri="{BB962C8B-B14F-4D97-AF65-F5344CB8AC3E}">
        <p14:creationId xmlns:p14="http://schemas.microsoft.com/office/powerpoint/2010/main" val="8567222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/ 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1">
            <a:extLst>
              <a:ext uri="{FF2B5EF4-FFF2-40B4-BE49-F238E27FC236}">
                <a16:creationId xmlns:a16="http://schemas.microsoft.com/office/drawing/2014/main" id="{34BF74F0-2EB2-16A3-FBDE-A80374B42673}"/>
              </a:ext>
            </a:extLst>
          </p:cNvPr>
          <p:cNvSpPr/>
          <p:nvPr userDrawn="1"/>
        </p:nvSpPr>
        <p:spPr>
          <a:xfrm>
            <a:off x="0" y="5172094"/>
            <a:ext cx="5932170" cy="1691600"/>
          </a:xfrm>
          <a:custGeom>
            <a:avLst/>
            <a:gdLst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932170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208114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208114 w 5932170"/>
              <a:gd name="connsiteY2" fmla="*/ 1680210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103612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894607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972984 w 5932170"/>
              <a:gd name="connsiteY2" fmla="*/ 1676478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2762"/>
              <a:gd name="connsiteX1" fmla="*/ 5932170 w 5932170"/>
              <a:gd name="connsiteY1" fmla="*/ 0 h 1682762"/>
              <a:gd name="connsiteX2" fmla="*/ 4966700 w 5932170"/>
              <a:gd name="connsiteY2" fmla="*/ 1682762 h 1682762"/>
              <a:gd name="connsiteX3" fmla="*/ 0 w 5932170"/>
              <a:gd name="connsiteY3" fmla="*/ 1680210 h 1682762"/>
              <a:gd name="connsiteX4" fmla="*/ 0 w 5932170"/>
              <a:gd name="connsiteY4" fmla="*/ 0 h 1682762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4960415 w 5932170"/>
              <a:gd name="connsiteY2" fmla="*/ 1685904 h 1685904"/>
              <a:gd name="connsiteX3" fmla="*/ 0 w 5932170"/>
              <a:gd name="connsiteY3" fmla="*/ 1680210 h 1685904"/>
              <a:gd name="connsiteX4" fmla="*/ 0 w 5932170"/>
              <a:gd name="connsiteY4" fmla="*/ 0 h 1685904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4960415 w 5932170"/>
              <a:gd name="connsiteY2" fmla="*/ 1685904 h 1685904"/>
              <a:gd name="connsiteX3" fmla="*/ 0 w 5932170"/>
              <a:gd name="connsiteY3" fmla="*/ 1685406 h 1685904"/>
              <a:gd name="connsiteX4" fmla="*/ 0 w 5932170"/>
              <a:gd name="connsiteY4" fmla="*/ 0 h 168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2170" h="1685904">
                <a:moveTo>
                  <a:pt x="0" y="0"/>
                </a:moveTo>
                <a:lnTo>
                  <a:pt x="5932170" y="0"/>
                </a:lnTo>
                <a:lnTo>
                  <a:pt x="4960415" y="1685904"/>
                </a:lnTo>
                <a:lnTo>
                  <a:pt x="0" y="1685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Pentagon 1">
            <a:extLst>
              <a:ext uri="{FF2B5EF4-FFF2-40B4-BE49-F238E27FC236}">
                <a16:creationId xmlns:a16="http://schemas.microsoft.com/office/drawing/2014/main" id="{8273C4E2-E5B1-C405-BE2B-6C568B6EA9C2}"/>
              </a:ext>
            </a:extLst>
          </p:cNvPr>
          <p:cNvSpPr/>
          <p:nvPr userDrawn="1"/>
        </p:nvSpPr>
        <p:spPr>
          <a:xfrm rot="10800000">
            <a:off x="4951644" y="5172094"/>
            <a:ext cx="7246106" cy="1685906"/>
          </a:xfrm>
          <a:custGeom>
            <a:avLst/>
            <a:gdLst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932170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208114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208114 w 5932170"/>
              <a:gd name="connsiteY2" fmla="*/ 1680210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103612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894607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972984 w 5932170"/>
              <a:gd name="connsiteY2" fmla="*/ 1676478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2762"/>
              <a:gd name="connsiteX1" fmla="*/ 5932170 w 5932170"/>
              <a:gd name="connsiteY1" fmla="*/ 0 h 1682762"/>
              <a:gd name="connsiteX2" fmla="*/ 4966700 w 5932170"/>
              <a:gd name="connsiteY2" fmla="*/ 1682762 h 1682762"/>
              <a:gd name="connsiteX3" fmla="*/ 0 w 5932170"/>
              <a:gd name="connsiteY3" fmla="*/ 1680210 h 1682762"/>
              <a:gd name="connsiteX4" fmla="*/ 0 w 5932170"/>
              <a:gd name="connsiteY4" fmla="*/ 0 h 1682762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4960415 w 5932170"/>
              <a:gd name="connsiteY2" fmla="*/ 1685904 h 1685904"/>
              <a:gd name="connsiteX3" fmla="*/ 0 w 5932170"/>
              <a:gd name="connsiteY3" fmla="*/ 1680210 h 1685904"/>
              <a:gd name="connsiteX4" fmla="*/ 0 w 5932170"/>
              <a:gd name="connsiteY4" fmla="*/ 0 h 1685904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144371 w 5932170"/>
              <a:gd name="connsiteY2" fmla="*/ 1680153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43145"/>
              <a:gd name="connsiteY0" fmla="*/ 0 h 1680210"/>
              <a:gd name="connsiteX1" fmla="*/ 5943145 w 5943145"/>
              <a:gd name="connsiteY1" fmla="*/ 0 h 1680210"/>
              <a:gd name="connsiteX2" fmla="*/ 5144371 w 5943145"/>
              <a:gd name="connsiteY2" fmla="*/ 1680153 h 1680210"/>
              <a:gd name="connsiteX3" fmla="*/ 0 w 5943145"/>
              <a:gd name="connsiteY3" fmla="*/ 1680210 h 1680210"/>
              <a:gd name="connsiteX4" fmla="*/ 0 w 5943145"/>
              <a:gd name="connsiteY4" fmla="*/ 0 h 1680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43145" h="1680210">
                <a:moveTo>
                  <a:pt x="0" y="0"/>
                </a:moveTo>
                <a:lnTo>
                  <a:pt x="5943145" y="0"/>
                </a:lnTo>
                <a:lnTo>
                  <a:pt x="5144371" y="1680153"/>
                </a:lnTo>
                <a:lnTo>
                  <a:pt x="0" y="168021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CC345-43E1-CC91-02FC-1C3BB99B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CFB1-6E98-46AC-8DB5-91A9BB1EB9D7}" type="datetime1">
              <a:rPr lang="en-US" smtClean="0"/>
              <a:t>3/23/2026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F3FA376-B76F-802A-6F7C-21CF97C5F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A226D8A-B3D5-4091-A61C-A34CE3B82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Arrow: Pentagon 1">
            <a:extLst>
              <a:ext uri="{FF2B5EF4-FFF2-40B4-BE49-F238E27FC236}">
                <a16:creationId xmlns:a16="http://schemas.microsoft.com/office/drawing/2014/main" id="{50238C67-5F1F-3146-4EAF-ADDE84E0EED8}"/>
              </a:ext>
            </a:extLst>
          </p:cNvPr>
          <p:cNvSpPr/>
          <p:nvPr userDrawn="1"/>
        </p:nvSpPr>
        <p:spPr>
          <a:xfrm>
            <a:off x="0" y="0"/>
            <a:ext cx="8962569" cy="5172094"/>
          </a:xfrm>
          <a:custGeom>
            <a:avLst/>
            <a:gdLst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932170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208114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208114 w 5932170"/>
              <a:gd name="connsiteY2" fmla="*/ 1680210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103612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894607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972984 w 5932170"/>
              <a:gd name="connsiteY2" fmla="*/ 1676478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2762"/>
              <a:gd name="connsiteX1" fmla="*/ 5932170 w 5932170"/>
              <a:gd name="connsiteY1" fmla="*/ 0 h 1682762"/>
              <a:gd name="connsiteX2" fmla="*/ 4966700 w 5932170"/>
              <a:gd name="connsiteY2" fmla="*/ 1682762 h 1682762"/>
              <a:gd name="connsiteX3" fmla="*/ 0 w 5932170"/>
              <a:gd name="connsiteY3" fmla="*/ 1680210 h 1682762"/>
              <a:gd name="connsiteX4" fmla="*/ 0 w 5932170"/>
              <a:gd name="connsiteY4" fmla="*/ 0 h 1682762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4960415 w 5932170"/>
              <a:gd name="connsiteY2" fmla="*/ 1685904 h 1685904"/>
              <a:gd name="connsiteX3" fmla="*/ 0 w 5932170"/>
              <a:gd name="connsiteY3" fmla="*/ 1680210 h 1685904"/>
              <a:gd name="connsiteX4" fmla="*/ 0 w 5932170"/>
              <a:gd name="connsiteY4" fmla="*/ 0 h 1685904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4960415 w 5932170"/>
              <a:gd name="connsiteY2" fmla="*/ 1685904 h 1685904"/>
              <a:gd name="connsiteX3" fmla="*/ 0 w 5932170"/>
              <a:gd name="connsiteY3" fmla="*/ 1685406 h 1685904"/>
              <a:gd name="connsiteX4" fmla="*/ 0 w 5932170"/>
              <a:gd name="connsiteY4" fmla="*/ 0 h 1685904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3951855 w 5932170"/>
              <a:gd name="connsiteY2" fmla="*/ 1685904 h 1685904"/>
              <a:gd name="connsiteX3" fmla="*/ 0 w 5932170"/>
              <a:gd name="connsiteY3" fmla="*/ 1685406 h 1685904"/>
              <a:gd name="connsiteX4" fmla="*/ 0 w 5932170"/>
              <a:gd name="connsiteY4" fmla="*/ 0 h 1685904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3937176 w 5932170"/>
              <a:gd name="connsiteY2" fmla="*/ 1685904 h 1685904"/>
              <a:gd name="connsiteX3" fmla="*/ 0 w 5932170"/>
              <a:gd name="connsiteY3" fmla="*/ 1685406 h 1685904"/>
              <a:gd name="connsiteX4" fmla="*/ 0 w 5932170"/>
              <a:gd name="connsiteY4" fmla="*/ 0 h 1685904"/>
              <a:gd name="connsiteX0" fmla="*/ 0 w 5946849"/>
              <a:gd name="connsiteY0" fmla="*/ 0 h 1685904"/>
              <a:gd name="connsiteX1" fmla="*/ 5946849 w 5946849"/>
              <a:gd name="connsiteY1" fmla="*/ 0 h 1685904"/>
              <a:gd name="connsiteX2" fmla="*/ 3937176 w 5946849"/>
              <a:gd name="connsiteY2" fmla="*/ 1685904 h 1685904"/>
              <a:gd name="connsiteX3" fmla="*/ 0 w 5946849"/>
              <a:gd name="connsiteY3" fmla="*/ 1685406 h 1685904"/>
              <a:gd name="connsiteX4" fmla="*/ 0 w 5946849"/>
              <a:gd name="connsiteY4" fmla="*/ 0 h 168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46849" h="1685904">
                <a:moveTo>
                  <a:pt x="0" y="0"/>
                </a:moveTo>
                <a:lnTo>
                  <a:pt x="5946849" y="0"/>
                </a:lnTo>
                <a:lnTo>
                  <a:pt x="3937176" y="1685904"/>
                </a:lnTo>
                <a:lnTo>
                  <a:pt x="0" y="168540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6FF84B68-B0F8-BA6E-6ED7-5F2DAF5F13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555171"/>
            <a:ext cx="5449767" cy="4103915"/>
          </a:xfrm>
        </p:spPr>
        <p:txBody>
          <a:bodyPr anchor="ctr"/>
          <a:lstStyle/>
          <a:p>
            <a:r>
              <a:rPr lang="en-US" dirty="0"/>
              <a:t>[Add divider text, statement or mention]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A31E00A-4BE8-D153-6595-F8F457594E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935077" y="0"/>
            <a:ext cx="6256923" cy="5169856"/>
          </a:xfrm>
          <a:custGeom>
            <a:avLst/>
            <a:gdLst>
              <a:gd name="connsiteX0" fmla="*/ 3027492 w 6256923"/>
              <a:gd name="connsiteY0" fmla="*/ 0 h 5169856"/>
              <a:gd name="connsiteX1" fmla="*/ 6256923 w 6256923"/>
              <a:gd name="connsiteY1" fmla="*/ 0 h 5169856"/>
              <a:gd name="connsiteX2" fmla="*/ 6256923 w 6256923"/>
              <a:gd name="connsiteY2" fmla="*/ 5169856 h 5169856"/>
              <a:gd name="connsiteX3" fmla="*/ 0 w 6256923"/>
              <a:gd name="connsiteY3" fmla="*/ 5169856 h 516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56923" h="5169856">
                <a:moveTo>
                  <a:pt x="3027492" y="0"/>
                </a:moveTo>
                <a:lnTo>
                  <a:pt x="6256923" y="0"/>
                </a:lnTo>
                <a:lnTo>
                  <a:pt x="6256923" y="5169856"/>
                </a:lnTo>
                <a:lnTo>
                  <a:pt x="0" y="5169856"/>
                </a:lnTo>
                <a:close/>
              </a:path>
            </a:pathLst>
          </a:cu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DDA66FB-9855-66EA-7F2F-1D043646DB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1A0BB1-2A35-2130-6F25-4ED86B5EA89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35663" y="0"/>
            <a:ext cx="6255749" cy="5165724"/>
          </a:xfrm>
          <a:custGeom>
            <a:avLst/>
            <a:gdLst>
              <a:gd name="connsiteX0" fmla="*/ 6255408 w 6255749"/>
              <a:gd name="connsiteY0" fmla="*/ 0 h 5165724"/>
              <a:gd name="connsiteX1" fmla="*/ 6255749 w 6255749"/>
              <a:gd name="connsiteY1" fmla="*/ 0 h 5165724"/>
              <a:gd name="connsiteX2" fmla="*/ 6255749 w 6255749"/>
              <a:gd name="connsiteY2" fmla="*/ 5165724 h 5165724"/>
              <a:gd name="connsiteX3" fmla="*/ 0 w 6255749"/>
              <a:gd name="connsiteY3" fmla="*/ 5165724 h 5165724"/>
              <a:gd name="connsiteX4" fmla="*/ 0 w 6255749"/>
              <a:gd name="connsiteY4" fmla="*/ 5164718 h 5165724"/>
              <a:gd name="connsiteX5" fmla="*/ 3008312 w 6255749"/>
              <a:gd name="connsiteY5" fmla="*/ 9526 h 5165724"/>
              <a:gd name="connsiteX0" fmla="*/ 6255408 w 6255749"/>
              <a:gd name="connsiteY0" fmla="*/ 0 h 5165724"/>
              <a:gd name="connsiteX1" fmla="*/ 6255749 w 6255749"/>
              <a:gd name="connsiteY1" fmla="*/ 0 h 5165724"/>
              <a:gd name="connsiteX2" fmla="*/ 6255749 w 6255749"/>
              <a:gd name="connsiteY2" fmla="*/ 5165724 h 5165724"/>
              <a:gd name="connsiteX3" fmla="*/ 0 w 6255749"/>
              <a:gd name="connsiteY3" fmla="*/ 5165724 h 5165724"/>
              <a:gd name="connsiteX4" fmla="*/ 0 w 6255749"/>
              <a:gd name="connsiteY4" fmla="*/ 5164718 h 5165724"/>
              <a:gd name="connsiteX5" fmla="*/ 3019165 w 6255749"/>
              <a:gd name="connsiteY5" fmla="*/ 1386 h 5165724"/>
              <a:gd name="connsiteX6" fmla="*/ 6255408 w 6255749"/>
              <a:gd name="connsiteY6" fmla="*/ 0 h 5165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5749" h="5165724">
                <a:moveTo>
                  <a:pt x="6255408" y="0"/>
                </a:moveTo>
                <a:lnTo>
                  <a:pt x="6255749" y="0"/>
                </a:lnTo>
                <a:lnTo>
                  <a:pt x="6255749" y="5165724"/>
                </a:lnTo>
                <a:lnTo>
                  <a:pt x="0" y="5165724"/>
                </a:lnTo>
                <a:lnTo>
                  <a:pt x="0" y="5164718"/>
                </a:lnTo>
                <a:lnTo>
                  <a:pt x="3019165" y="1386"/>
                </a:lnTo>
                <a:lnTo>
                  <a:pt x="6255408" y="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573E4F-A313-DB01-2549-F1D5D8BA9E4F}"/>
              </a:ext>
            </a:extLst>
          </p:cNvPr>
          <p:cNvSpPr/>
          <p:nvPr userDrawn="1"/>
        </p:nvSpPr>
        <p:spPr>
          <a:xfrm>
            <a:off x="12269021" y="0"/>
            <a:ext cx="1199151" cy="13288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 dirty="0">
                <a:solidFill>
                  <a:schemeClr val="bg2"/>
                </a:solidFill>
              </a:rPr>
              <a:t>To insert a custom image, use the icon in the image placeholder.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 dirty="0">
                <a:solidFill>
                  <a:schemeClr val="bg2"/>
                </a:solidFill>
              </a:rPr>
              <a:t>If the inserted image needs to be adjusted / cropped inside the placeholder, select the image, and use the Crop tool on the Image Tab.  </a:t>
            </a:r>
          </a:p>
        </p:txBody>
      </p:sp>
    </p:spTree>
    <p:extLst>
      <p:ext uri="{BB962C8B-B14F-4D97-AF65-F5344CB8AC3E}">
        <p14:creationId xmlns:p14="http://schemas.microsoft.com/office/powerpoint/2010/main" val="12189522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~ 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571D00-5D04-59F8-44DC-32D8198CAE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231AD9-1020-6EB9-F8F5-EE225EFE790D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49511603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13D1-FA5D-AA51-7BE2-537BC0D37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578097-B5DC-96C8-0C3C-3FFFBC2BA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DB8F-D9D1-4660-AC76-C59F09B5AE18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AE171C-DF8C-0DF4-D063-59012A2EF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0F029-9D4E-6DB1-FC78-FD05C488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 Placeholder 40">
            <a:extLst>
              <a:ext uri="{FF2B5EF4-FFF2-40B4-BE49-F238E27FC236}">
                <a16:creationId xmlns:a16="http://schemas.microsoft.com/office/drawing/2014/main" id="{11DBA2B1-E012-D74A-F293-EA11CE61FA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6655" y="1740333"/>
            <a:ext cx="2063908" cy="3889683"/>
          </a:xfrm>
          <a:gradFill>
            <a:gsLst>
              <a:gs pos="0">
                <a:srgbClr val="340096">
                  <a:alpha val="36000"/>
                  <a:lumMod val="50000"/>
                </a:srgbClr>
              </a:gs>
              <a:gs pos="100000">
                <a:srgbClr val="340096">
                  <a:alpha val="0"/>
                </a:srgbClr>
              </a:gs>
            </a:gsLst>
            <a:lin ang="5400000" scaled="1"/>
          </a:gradFill>
          <a:ln w="19050">
            <a:gradFill>
              <a:gsLst>
                <a:gs pos="16000">
                  <a:srgbClr val="762EFF">
                    <a:alpha val="64000"/>
                  </a:srgbClr>
                </a:gs>
                <a:gs pos="0">
                  <a:srgbClr val="E4D5FF">
                    <a:alpha val="59000"/>
                    <a:lumMod val="20000"/>
                    <a:lumOff val="80000"/>
                  </a:srgbClr>
                </a:gs>
                <a:gs pos="73000">
                  <a:srgbClr val="AD82FF">
                    <a:alpha val="0"/>
                    <a:lumMod val="60000"/>
                    <a:lumOff val="40000"/>
                  </a:srgbClr>
                </a:gs>
              </a:gsLst>
              <a:lin ang="4200000" scaled="0"/>
            </a:gradFill>
          </a:ln>
        </p:spPr>
        <p:txBody>
          <a:bodyPr lIns="164592" tIns="2039112" rIns="164592" bIns="91440" anchor="t">
            <a:noAutofit/>
          </a:bodyPr>
          <a:lstStyle>
            <a:lvl1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[First + last name] “enter” + “tab” to add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Text Placeholder 42">
            <a:extLst>
              <a:ext uri="{FF2B5EF4-FFF2-40B4-BE49-F238E27FC236}">
                <a16:creationId xmlns:a16="http://schemas.microsoft.com/office/drawing/2014/main" id="{6E475DC3-D64D-A1A3-4E12-238B4EEFBA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45700" y="1740333"/>
            <a:ext cx="2060448" cy="3892989"/>
          </a:xfrm>
          <a:gradFill>
            <a:gsLst>
              <a:gs pos="0">
                <a:srgbClr val="340096">
                  <a:alpha val="36000"/>
                  <a:lumMod val="50000"/>
                </a:srgbClr>
              </a:gs>
              <a:gs pos="100000">
                <a:srgbClr val="340096">
                  <a:alpha val="0"/>
                </a:srgbClr>
              </a:gs>
            </a:gsLst>
            <a:lin ang="5400000" scaled="1"/>
          </a:gradFill>
          <a:ln w="19050">
            <a:gradFill>
              <a:gsLst>
                <a:gs pos="16000">
                  <a:srgbClr val="762EFF">
                    <a:alpha val="64000"/>
                  </a:srgbClr>
                </a:gs>
                <a:gs pos="0">
                  <a:srgbClr val="E4D5FF">
                    <a:alpha val="59000"/>
                    <a:lumMod val="20000"/>
                    <a:lumOff val="80000"/>
                  </a:srgbClr>
                </a:gs>
                <a:gs pos="73000">
                  <a:srgbClr val="AD82FF">
                    <a:alpha val="0"/>
                    <a:lumMod val="60000"/>
                    <a:lumOff val="40000"/>
                  </a:srgbClr>
                </a:gs>
              </a:gsLst>
              <a:lin ang="4200000" scaled="0"/>
            </a:gradFill>
          </a:ln>
        </p:spPr>
        <p:txBody>
          <a:bodyPr lIns="164592" tIns="2039112" rIns="164592" bIns="91440" anchor="t">
            <a:noAutofit/>
          </a:bodyPr>
          <a:lstStyle>
            <a:lvl1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[First + last name] “enter” + “tab” to add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0" name="Text Placeholder 46">
            <a:extLst>
              <a:ext uri="{FF2B5EF4-FFF2-40B4-BE49-F238E27FC236}">
                <a16:creationId xmlns:a16="http://schemas.microsoft.com/office/drawing/2014/main" id="{FA2F3AF6-8049-3C23-1F80-F311FBA347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8371" y="1740333"/>
            <a:ext cx="2060448" cy="3892989"/>
          </a:xfrm>
          <a:gradFill>
            <a:gsLst>
              <a:gs pos="0">
                <a:srgbClr val="340096">
                  <a:alpha val="36000"/>
                  <a:lumMod val="50000"/>
                </a:srgbClr>
              </a:gs>
              <a:gs pos="100000">
                <a:srgbClr val="340096">
                  <a:alpha val="0"/>
                </a:srgbClr>
              </a:gs>
            </a:gsLst>
            <a:lin ang="5400000" scaled="1"/>
          </a:gradFill>
          <a:ln w="19050">
            <a:gradFill>
              <a:gsLst>
                <a:gs pos="16000">
                  <a:srgbClr val="762EFF">
                    <a:alpha val="64000"/>
                  </a:srgbClr>
                </a:gs>
                <a:gs pos="0">
                  <a:srgbClr val="E4D5FF">
                    <a:alpha val="59000"/>
                    <a:lumMod val="20000"/>
                    <a:lumOff val="80000"/>
                  </a:srgbClr>
                </a:gs>
                <a:gs pos="73000">
                  <a:srgbClr val="AD82FF">
                    <a:alpha val="0"/>
                    <a:lumMod val="60000"/>
                    <a:lumOff val="40000"/>
                  </a:srgbClr>
                </a:gs>
              </a:gsLst>
              <a:lin ang="4200000" scaled="0"/>
            </a:gradFill>
          </a:ln>
        </p:spPr>
        <p:txBody>
          <a:bodyPr lIns="164592" tIns="2039112" rIns="164592" bIns="91440" anchor="t">
            <a:noAutofit/>
          </a:bodyPr>
          <a:lstStyle>
            <a:lvl1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[First + last name] “enter” + “tab” to add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Text Placeholder 48">
            <a:extLst>
              <a:ext uri="{FF2B5EF4-FFF2-40B4-BE49-F238E27FC236}">
                <a16:creationId xmlns:a16="http://schemas.microsoft.com/office/drawing/2014/main" id="{28214196-2FF6-AA15-5266-8BFEADF155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51041" y="1737027"/>
            <a:ext cx="2060448" cy="3892989"/>
          </a:xfrm>
          <a:gradFill>
            <a:gsLst>
              <a:gs pos="0">
                <a:srgbClr val="340096">
                  <a:alpha val="36000"/>
                  <a:lumMod val="50000"/>
                </a:srgbClr>
              </a:gs>
              <a:gs pos="100000">
                <a:srgbClr val="340096">
                  <a:alpha val="0"/>
                </a:srgbClr>
              </a:gs>
            </a:gsLst>
            <a:lin ang="5400000" scaled="1"/>
          </a:gradFill>
          <a:ln w="19050">
            <a:gradFill flip="none" rotWithShape="1">
              <a:gsLst>
                <a:gs pos="16000">
                  <a:srgbClr val="762EFF">
                    <a:alpha val="64000"/>
                  </a:srgbClr>
                </a:gs>
                <a:gs pos="0">
                  <a:srgbClr val="E4D5FF">
                    <a:alpha val="59000"/>
                  </a:srgbClr>
                </a:gs>
                <a:gs pos="73000">
                  <a:srgbClr val="AD82FF">
                    <a:alpha val="0"/>
                    <a:lumMod val="60000"/>
                    <a:lumOff val="40000"/>
                  </a:srgbClr>
                </a:gs>
              </a:gsLst>
              <a:lin ang="4200000" scaled="0"/>
              <a:tileRect/>
            </a:gradFill>
          </a:ln>
        </p:spPr>
        <p:txBody>
          <a:bodyPr lIns="164592" tIns="2039112" rIns="164592" bIns="91440" anchor="t">
            <a:noAutofit/>
          </a:bodyPr>
          <a:lstStyle>
            <a:lvl1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[First + last name] “enter” + “tab” to add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CED8AE5E-7C21-B522-2007-E566DA33EB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9740" y="1911993"/>
            <a:ext cx="1729562" cy="1734721"/>
          </a:xfr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 picture</a:t>
            </a:r>
          </a:p>
        </p:txBody>
      </p:sp>
      <p:sp>
        <p:nvSpPr>
          <p:cNvPr id="23" name="Picture Placeholder 23">
            <a:extLst>
              <a:ext uri="{FF2B5EF4-FFF2-40B4-BE49-F238E27FC236}">
                <a16:creationId xmlns:a16="http://schemas.microsoft.com/office/drawing/2014/main" id="{2C18A158-76A4-F133-F7CD-4C5922C7B75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0778" y="1911993"/>
            <a:ext cx="1710291" cy="1708580"/>
          </a:xfr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 picture</a:t>
            </a:r>
          </a:p>
        </p:txBody>
      </p:sp>
      <p:sp>
        <p:nvSpPr>
          <p:cNvPr id="24" name="Picture Placeholder 25">
            <a:extLst>
              <a:ext uri="{FF2B5EF4-FFF2-40B4-BE49-F238E27FC236}">
                <a16:creationId xmlns:a16="http://schemas.microsoft.com/office/drawing/2014/main" id="{5C54681A-BC2A-3B1C-9016-4E00CAAA3F9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73450" y="1911993"/>
            <a:ext cx="1710291" cy="1708580"/>
          </a:xfr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 picture</a:t>
            </a:r>
          </a:p>
        </p:txBody>
      </p:sp>
      <p:sp>
        <p:nvSpPr>
          <p:cNvPr id="25" name="Picture Placeholder 27">
            <a:extLst>
              <a:ext uri="{FF2B5EF4-FFF2-40B4-BE49-F238E27FC236}">
                <a16:creationId xmlns:a16="http://schemas.microsoft.com/office/drawing/2014/main" id="{618C0DCA-6634-EDC8-726F-F8AD02BAFD6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26120" y="1908687"/>
            <a:ext cx="1710291" cy="1708580"/>
          </a:xfr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63940936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0">
            <a:extLst>
              <a:ext uri="{FF2B5EF4-FFF2-40B4-BE49-F238E27FC236}">
                <a16:creationId xmlns:a16="http://schemas.microsoft.com/office/drawing/2014/main" id="{4B7A3F10-F9C6-2DEF-3255-5D66542E46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6655" y="1740333"/>
            <a:ext cx="2063908" cy="3889683"/>
          </a:xfrm>
          <a:gradFill>
            <a:gsLst>
              <a:gs pos="0">
                <a:srgbClr val="340096">
                  <a:alpha val="36000"/>
                  <a:lumMod val="50000"/>
                </a:srgbClr>
              </a:gs>
              <a:gs pos="100000">
                <a:srgbClr val="340096">
                  <a:alpha val="0"/>
                </a:srgbClr>
              </a:gs>
            </a:gsLst>
            <a:lin ang="5400000" scaled="1"/>
          </a:gradFill>
          <a:ln w="19050">
            <a:gradFill>
              <a:gsLst>
                <a:gs pos="16000">
                  <a:srgbClr val="762EFF">
                    <a:alpha val="64000"/>
                  </a:srgbClr>
                </a:gs>
                <a:gs pos="0">
                  <a:srgbClr val="E4D5FF">
                    <a:alpha val="59000"/>
                    <a:lumMod val="20000"/>
                    <a:lumOff val="80000"/>
                  </a:srgbClr>
                </a:gs>
                <a:gs pos="73000">
                  <a:srgbClr val="AD82FF">
                    <a:alpha val="0"/>
                    <a:lumMod val="60000"/>
                    <a:lumOff val="40000"/>
                  </a:srgbClr>
                </a:gs>
              </a:gsLst>
              <a:lin ang="4200000" scaled="0"/>
            </a:gradFill>
          </a:ln>
        </p:spPr>
        <p:txBody>
          <a:bodyPr lIns="164592" tIns="2039112" rIns="164592" bIns="91440" anchor="t">
            <a:noAutofit/>
          </a:bodyPr>
          <a:lstStyle>
            <a:lvl1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[First + last name] “enter” + “tab” to add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2">
            <a:extLst>
              <a:ext uri="{FF2B5EF4-FFF2-40B4-BE49-F238E27FC236}">
                <a16:creationId xmlns:a16="http://schemas.microsoft.com/office/drawing/2014/main" id="{B534BD12-F515-A24D-1B5C-36D77F71F74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35220" y="1740333"/>
            <a:ext cx="2060448" cy="3892989"/>
          </a:xfrm>
          <a:gradFill>
            <a:gsLst>
              <a:gs pos="0">
                <a:srgbClr val="340096">
                  <a:alpha val="36000"/>
                  <a:lumMod val="50000"/>
                </a:srgbClr>
              </a:gs>
              <a:gs pos="100000">
                <a:srgbClr val="340096">
                  <a:alpha val="0"/>
                </a:srgbClr>
              </a:gs>
            </a:gsLst>
            <a:lin ang="5400000" scaled="1"/>
          </a:gradFill>
          <a:ln w="19050">
            <a:gradFill>
              <a:gsLst>
                <a:gs pos="16000">
                  <a:srgbClr val="762EFF">
                    <a:alpha val="64000"/>
                  </a:srgbClr>
                </a:gs>
                <a:gs pos="0">
                  <a:srgbClr val="E4D5FF">
                    <a:alpha val="59000"/>
                    <a:lumMod val="20000"/>
                    <a:lumOff val="80000"/>
                  </a:srgbClr>
                </a:gs>
                <a:gs pos="73000">
                  <a:srgbClr val="AD82FF">
                    <a:alpha val="0"/>
                    <a:lumMod val="60000"/>
                    <a:lumOff val="40000"/>
                  </a:srgbClr>
                </a:gs>
              </a:gsLst>
              <a:lin ang="4200000" scaled="0"/>
            </a:gradFill>
          </a:ln>
        </p:spPr>
        <p:txBody>
          <a:bodyPr lIns="164592" tIns="2039112" rIns="164592" bIns="91440" anchor="t">
            <a:noAutofit/>
          </a:bodyPr>
          <a:lstStyle>
            <a:lvl1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[First + last name] “enter” + “tab” to add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B69B4B29-70BF-C058-13D7-7B01501941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21032" y="1740333"/>
            <a:ext cx="2060448" cy="3892989"/>
          </a:xfrm>
          <a:gradFill>
            <a:gsLst>
              <a:gs pos="0">
                <a:srgbClr val="340096">
                  <a:alpha val="36000"/>
                  <a:lumMod val="50000"/>
                </a:srgbClr>
              </a:gs>
              <a:gs pos="100000">
                <a:srgbClr val="340096">
                  <a:alpha val="0"/>
                </a:srgbClr>
              </a:gs>
            </a:gsLst>
            <a:lin ang="5400000" scaled="1"/>
          </a:gradFill>
          <a:ln w="19050">
            <a:gradFill>
              <a:gsLst>
                <a:gs pos="16000">
                  <a:srgbClr val="762EFF">
                    <a:alpha val="64000"/>
                  </a:srgbClr>
                </a:gs>
                <a:gs pos="0">
                  <a:srgbClr val="E4D5FF">
                    <a:alpha val="59000"/>
                    <a:lumMod val="20000"/>
                    <a:lumOff val="80000"/>
                  </a:srgbClr>
                </a:gs>
                <a:gs pos="73000">
                  <a:srgbClr val="AD82FF">
                    <a:alpha val="0"/>
                    <a:lumMod val="60000"/>
                    <a:lumOff val="40000"/>
                  </a:srgbClr>
                </a:gs>
              </a:gsLst>
              <a:lin ang="4200000" scaled="0"/>
            </a:gradFill>
          </a:ln>
        </p:spPr>
        <p:txBody>
          <a:bodyPr lIns="164592" tIns="2039112" rIns="164592" bIns="91440" anchor="t">
            <a:noAutofit/>
          </a:bodyPr>
          <a:lstStyle>
            <a:lvl1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[First + last name] “enter” + “tab” to add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48">
            <a:extLst>
              <a:ext uri="{FF2B5EF4-FFF2-40B4-BE49-F238E27FC236}">
                <a16:creationId xmlns:a16="http://schemas.microsoft.com/office/drawing/2014/main" id="{970239FF-E27F-69EE-C7B1-BF2DA2E0BD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06844" y="1737027"/>
            <a:ext cx="2060448" cy="3892989"/>
          </a:xfrm>
          <a:gradFill>
            <a:gsLst>
              <a:gs pos="0">
                <a:srgbClr val="340096">
                  <a:alpha val="36000"/>
                  <a:lumMod val="50000"/>
                </a:srgbClr>
              </a:gs>
              <a:gs pos="100000">
                <a:srgbClr val="340096">
                  <a:alpha val="0"/>
                </a:srgbClr>
              </a:gs>
            </a:gsLst>
            <a:lin ang="5400000" scaled="1"/>
          </a:gradFill>
          <a:ln w="19050">
            <a:gradFill flip="none" rotWithShape="1">
              <a:gsLst>
                <a:gs pos="16000">
                  <a:srgbClr val="762EFF">
                    <a:alpha val="64000"/>
                  </a:srgbClr>
                </a:gs>
                <a:gs pos="0">
                  <a:srgbClr val="E4D5FF">
                    <a:alpha val="59000"/>
                  </a:srgbClr>
                </a:gs>
                <a:gs pos="73000">
                  <a:srgbClr val="AD82FF">
                    <a:alpha val="0"/>
                    <a:lumMod val="60000"/>
                    <a:lumOff val="40000"/>
                  </a:srgbClr>
                </a:gs>
              </a:gsLst>
              <a:lin ang="4200000" scaled="0"/>
              <a:tileRect/>
            </a:gradFill>
          </a:ln>
        </p:spPr>
        <p:txBody>
          <a:bodyPr lIns="164592" tIns="2039112" rIns="164592" bIns="91440" anchor="t">
            <a:noAutofit/>
          </a:bodyPr>
          <a:lstStyle>
            <a:lvl1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[First + last name] “enter” + “tab” to add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0" name="Text Placeholder 48">
            <a:extLst>
              <a:ext uri="{FF2B5EF4-FFF2-40B4-BE49-F238E27FC236}">
                <a16:creationId xmlns:a16="http://schemas.microsoft.com/office/drawing/2014/main" id="{53BECE09-E480-AD54-51D1-067C88563D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51653" y="1737027"/>
            <a:ext cx="2060448" cy="3892989"/>
          </a:xfrm>
          <a:gradFill>
            <a:gsLst>
              <a:gs pos="0">
                <a:srgbClr val="340096">
                  <a:alpha val="36000"/>
                  <a:lumMod val="50000"/>
                </a:srgbClr>
              </a:gs>
              <a:gs pos="100000">
                <a:srgbClr val="340096">
                  <a:alpha val="0"/>
                </a:srgbClr>
              </a:gs>
            </a:gsLst>
            <a:lin ang="5400000" scaled="1"/>
          </a:gradFill>
          <a:ln w="19050">
            <a:gradFill>
              <a:gsLst>
                <a:gs pos="16000">
                  <a:srgbClr val="762EFF">
                    <a:alpha val="64000"/>
                  </a:srgbClr>
                </a:gs>
                <a:gs pos="0">
                  <a:srgbClr val="E4D5FF">
                    <a:alpha val="59000"/>
                    <a:lumMod val="20000"/>
                    <a:lumOff val="80000"/>
                  </a:srgbClr>
                </a:gs>
                <a:gs pos="73000">
                  <a:srgbClr val="AD82FF">
                    <a:alpha val="0"/>
                    <a:lumMod val="60000"/>
                    <a:lumOff val="40000"/>
                  </a:srgbClr>
                </a:gs>
              </a:gsLst>
              <a:lin ang="4200000" scaled="0"/>
            </a:gradFill>
          </a:ln>
        </p:spPr>
        <p:txBody>
          <a:bodyPr lIns="164592" tIns="2039112" rIns="164592" bIns="91440" anchor="t">
            <a:noAutofit/>
          </a:bodyPr>
          <a:lstStyle>
            <a:lvl1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[First + last name] “enter” + “tab” to add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E913D1-FA5D-AA51-7BE2-537BC0D37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578097-B5DC-96C8-0C3C-3FFFBC2BA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D7ED8-CE04-492D-BC99-73D80C6B16E1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AE171C-DF8C-0DF4-D063-59012A2EF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0F029-9D4E-6DB1-FC78-FD05C488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9C56A4A5-D897-EB82-EC4D-15C8C768814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9740" y="1911993"/>
            <a:ext cx="1729562" cy="1734721"/>
          </a:xfr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 picture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BA785EFA-BDFA-2FD1-B8BA-A92839CABA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008015" y="1911993"/>
            <a:ext cx="1710291" cy="1708580"/>
          </a:xfr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 picture</a:t>
            </a:r>
          </a:p>
        </p:txBody>
      </p:sp>
      <p:sp>
        <p:nvSpPr>
          <p:cNvPr id="8" name="Picture Placeholder 25">
            <a:extLst>
              <a:ext uri="{FF2B5EF4-FFF2-40B4-BE49-F238E27FC236}">
                <a16:creationId xmlns:a16="http://schemas.microsoft.com/office/drawing/2014/main" id="{088C8635-CFBA-D4A6-FE35-7905028A0BB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93827" y="1911993"/>
            <a:ext cx="1710291" cy="1708580"/>
          </a:xfr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 picture</a:t>
            </a:r>
          </a:p>
        </p:txBody>
      </p:sp>
      <p:sp>
        <p:nvSpPr>
          <p:cNvPr id="9" name="Picture Placeholder 27">
            <a:extLst>
              <a:ext uri="{FF2B5EF4-FFF2-40B4-BE49-F238E27FC236}">
                <a16:creationId xmlns:a16="http://schemas.microsoft.com/office/drawing/2014/main" id="{F8770B47-39E8-D06B-B01C-C34F2FC97F6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581922" y="1908687"/>
            <a:ext cx="1710291" cy="1708580"/>
          </a:xfr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 picture</a:t>
            </a:r>
          </a:p>
        </p:txBody>
      </p:sp>
      <p:sp>
        <p:nvSpPr>
          <p:cNvPr id="19" name="Picture Placeholder 27">
            <a:extLst>
              <a:ext uri="{FF2B5EF4-FFF2-40B4-BE49-F238E27FC236}">
                <a16:creationId xmlns:a16="http://schemas.microsoft.com/office/drawing/2014/main" id="{1C9E4372-2667-DFFB-CA58-6C2CD291175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824448" y="1908687"/>
            <a:ext cx="1710291" cy="1708580"/>
          </a:xfr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47213289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~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C61335-AF1B-6D88-6CB3-7FB331955C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5059" b="11754"/>
          <a:stretch/>
        </p:blipFill>
        <p:spPr>
          <a:xfrm>
            <a:off x="-268263" y="0"/>
            <a:ext cx="1271693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39DBFB-6F75-ADA4-704B-F82E5109CA14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412254905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6D239-1871-2A1F-29F3-BD2B3F67F0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365125"/>
            <a:ext cx="9848132" cy="2612015"/>
          </a:xfrm>
        </p:spPr>
        <p:txBody>
          <a:bodyPr anchor="b"/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[Add section headline]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FEAD5-7613-0B17-648A-9BEB4CAB2EE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6250" y="3143266"/>
            <a:ext cx="9848132" cy="79549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/ Presenter Name,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F9C78-3636-46EB-96A2-8B8959D6D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5CD8-CCBD-437F-AABB-B109FF51361C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E5A38-7750-7523-2517-AFF7E3428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0D4275C-C6E9-83CE-2F9E-EF5EEED27BFC}"/>
              </a:ext>
            </a:extLst>
          </p:cNvPr>
          <p:cNvGrpSpPr/>
          <p:nvPr userDrawn="1"/>
        </p:nvGrpSpPr>
        <p:grpSpPr>
          <a:xfrm>
            <a:off x="3525702" y="81277"/>
            <a:ext cx="9366450" cy="6776723"/>
            <a:chOff x="3525702" y="81277"/>
            <a:chExt cx="9366450" cy="6776723"/>
          </a:xfrm>
        </p:grpSpPr>
        <p:sp>
          <p:nvSpPr>
            <p:cNvPr id="8" name="Right Triangle 2">
              <a:extLst>
                <a:ext uri="{FF2B5EF4-FFF2-40B4-BE49-F238E27FC236}">
                  <a16:creationId xmlns:a16="http://schemas.microsoft.com/office/drawing/2014/main" id="{18B06690-16EF-1C32-E01C-0A08B1285DC5}"/>
                </a:ext>
              </a:extLst>
            </p:cNvPr>
            <p:cNvSpPr/>
            <p:nvPr userDrawn="1"/>
          </p:nvSpPr>
          <p:spPr>
            <a:xfrm rot="16200000">
              <a:off x="5731803" y="1443847"/>
              <a:ext cx="3208052" cy="7620254"/>
            </a:xfrm>
            <a:custGeom>
              <a:avLst/>
              <a:gdLst>
                <a:gd name="connsiteX0" fmla="*/ 0 w 3080478"/>
                <a:gd name="connsiteY0" fmla="*/ 7220204 h 7220204"/>
                <a:gd name="connsiteX1" fmla="*/ 0 w 3080478"/>
                <a:gd name="connsiteY1" fmla="*/ 0 h 7220204"/>
                <a:gd name="connsiteX2" fmla="*/ 3080478 w 3080478"/>
                <a:gd name="connsiteY2" fmla="*/ 7220204 h 7220204"/>
                <a:gd name="connsiteX3" fmla="*/ 0 w 3080478"/>
                <a:gd name="connsiteY3" fmla="*/ 7220204 h 7220204"/>
                <a:gd name="connsiteX0" fmla="*/ 0 w 3236341"/>
                <a:gd name="connsiteY0" fmla="*/ 7220204 h 7620254"/>
                <a:gd name="connsiteX1" fmla="*/ 0 w 3236341"/>
                <a:gd name="connsiteY1" fmla="*/ 0 h 7620254"/>
                <a:gd name="connsiteX2" fmla="*/ 3236341 w 3236341"/>
                <a:gd name="connsiteY2" fmla="*/ 7620254 h 7620254"/>
                <a:gd name="connsiteX3" fmla="*/ 0 w 3236341"/>
                <a:gd name="connsiteY3" fmla="*/ 7220204 h 7620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6341" h="7620254">
                  <a:moveTo>
                    <a:pt x="0" y="7220204"/>
                  </a:moveTo>
                  <a:lnTo>
                    <a:pt x="0" y="0"/>
                  </a:lnTo>
                  <a:lnTo>
                    <a:pt x="3236341" y="7620254"/>
                  </a:lnTo>
                  <a:lnTo>
                    <a:pt x="0" y="7220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7">
              <a:extLst>
                <a:ext uri="{FF2B5EF4-FFF2-40B4-BE49-F238E27FC236}">
                  <a16:creationId xmlns:a16="http://schemas.microsoft.com/office/drawing/2014/main" id="{32849439-FA95-1807-60C5-1621147AF273}"/>
                </a:ext>
              </a:extLst>
            </p:cNvPr>
            <p:cNvSpPr/>
            <p:nvPr userDrawn="1"/>
          </p:nvSpPr>
          <p:spPr>
            <a:xfrm rot="13020306">
              <a:off x="10508900" y="81277"/>
              <a:ext cx="2383252" cy="3557165"/>
            </a:xfrm>
            <a:custGeom>
              <a:avLst/>
              <a:gdLst>
                <a:gd name="connsiteX0" fmla="*/ 0 w 2989034"/>
                <a:gd name="connsiteY0" fmla="*/ 3747387 h 3747387"/>
                <a:gd name="connsiteX1" fmla="*/ 1494517 w 2989034"/>
                <a:gd name="connsiteY1" fmla="*/ 0 h 3747387"/>
                <a:gd name="connsiteX2" fmla="*/ 2989034 w 2989034"/>
                <a:gd name="connsiteY2" fmla="*/ 3747387 h 3747387"/>
                <a:gd name="connsiteX3" fmla="*/ 0 w 2989034"/>
                <a:gd name="connsiteY3" fmla="*/ 3747387 h 3747387"/>
                <a:gd name="connsiteX0" fmla="*/ 0 w 3309786"/>
                <a:gd name="connsiteY0" fmla="*/ 3747387 h 3747387"/>
                <a:gd name="connsiteX1" fmla="*/ 1494517 w 3309786"/>
                <a:gd name="connsiteY1" fmla="*/ 0 h 3747387"/>
                <a:gd name="connsiteX2" fmla="*/ 3309786 w 3309786"/>
                <a:gd name="connsiteY2" fmla="*/ 3180929 h 3747387"/>
                <a:gd name="connsiteX3" fmla="*/ 0 w 3309786"/>
                <a:gd name="connsiteY3" fmla="*/ 3747387 h 3747387"/>
                <a:gd name="connsiteX0" fmla="*/ 91038 w 1815269"/>
                <a:gd name="connsiteY0" fmla="*/ 4479261 h 4479261"/>
                <a:gd name="connsiteX1" fmla="*/ 0 w 1815269"/>
                <a:gd name="connsiteY1" fmla="*/ 0 h 4479261"/>
                <a:gd name="connsiteX2" fmla="*/ 1815269 w 1815269"/>
                <a:gd name="connsiteY2" fmla="*/ 3180929 h 4479261"/>
                <a:gd name="connsiteX3" fmla="*/ 91038 w 1815269"/>
                <a:gd name="connsiteY3" fmla="*/ 4479261 h 4479261"/>
                <a:gd name="connsiteX0" fmla="*/ 91038 w 1815269"/>
                <a:gd name="connsiteY0" fmla="*/ 4479261 h 4479261"/>
                <a:gd name="connsiteX1" fmla="*/ 78524 w 1815269"/>
                <a:gd name="connsiteY1" fmla="*/ 4014238 h 4479261"/>
                <a:gd name="connsiteX2" fmla="*/ 0 w 1815269"/>
                <a:gd name="connsiteY2" fmla="*/ 0 h 4479261"/>
                <a:gd name="connsiteX3" fmla="*/ 1815269 w 1815269"/>
                <a:gd name="connsiteY3" fmla="*/ 3180929 h 4479261"/>
                <a:gd name="connsiteX4" fmla="*/ 91038 w 1815269"/>
                <a:gd name="connsiteY4" fmla="*/ 4479261 h 4479261"/>
                <a:gd name="connsiteX0" fmla="*/ 1494918 w 3219149"/>
                <a:gd name="connsiteY0" fmla="*/ 4479261 h 4479261"/>
                <a:gd name="connsiteX1" fmla="*/ 0 w 3219149"/>
                <a:gd name="connsiteY1" fmla="*/ 2461205 h 4479261"/>
                <a:gd name="connsiteX2" fmla="*/ 1403880 w 3219149"/>
                <a:gd name="connsiteY2" fmla="*/ 0 h 4479261"/>
                <a:gd name="connsiteX3" fmla="*/ 3219149 w 3219149"/>
                <a:gd name="connsiteY3" fmla="*/ 3180929 h 4479261"/>
                <a:gd name="connsiteX4" fmla="*/ 1494918 w 3219149"/>
                <a:gd name="connsiteY4" fmla="*/ 4479261 h 4479261"/>
                <a:gd name="connsiteX0" fmla="*/ 1505145 w 3219149"/>
                <a:gd name="connsiteY0" fmla="*/ 4475824 h 4475824"/>
                <a:gd name="connsiteX1" fmla="*/ 0 w 3219149"/>
                <a:gd name="connsiteY1" fmla="*/ 2461205 h 4475824"/>
                <a:gd name="connsiteX2" fmla="*/ 1403880 w 3219149"/>
                <a:gd name="connsiteY2" fmla="*/ 0 h 4475824"/>
                <a:gd name="connsiteX3" fmla="*/ 3219149 w 3219149"/>
                <a:gd name="connsiteY3" fmla="*/ 3180929 h 4475824"/>
                <a:gd name="connsiteX4" fmla="*/ 1505145 w 3219149"/>
                <a:gd name="connsiteY4" fmla="*/ 4475824 h 4475824"/>
                <a:gd name="connsiteX0" fmla="*/ 1511534 w 3219149"/>
                <a:gd name="connsiteY0" fmla="*/ 4291563 h 4291563"/>
                <a:gd name="connsiteX1" fmla="*/ 0 w 3219149"/>
                <a:gd name="connsiteY1" fmla="*/ 2461205 h 4291563"/>
                <a:gd name="connsiteX2" fmla="*/ 1403880 w 3219149"/>
                <a:gd name="connsiteY2" fmla="*/ 0 h 4291563"/>
                <a:gd name="connsiteX3" fmla="*/ 3219149 w 3219149"/>
                <a:gd name="connsiteY3" fmla="*/ 3180929 h 4291563"/>
                <a:gd name="connsiteX4" fmla="*/ 1511534 w 3219149"/>
                <a:gd name="connsiteY4" fmla="*/ 4291563 h 4291563"/>
                <a:gd name="connsiteX0" fmla="*/ 1499655 w 3219149"/>
                <a:gd name="connsiteY0" fmla="*/ 4462871 h 4462871"/>
                <a:gd name="connsiteX1" fmla="*/ 0 w 3219149"/>
                <a:gd name="connsiteY1" fmla="*/ 2461205 h 4462871"/>
                <a:gd name="connsiteX2" fmla="*/ 1403880 w 3219149"/>
                <a:gd name="connsiteY2" fmla="*/ 0 h 4462871"/>
                <a:gd name="connsiteX3" fmla="*/ 3219149 w 3219149"/>
                <a:gd name="connsiteY3" fmla="*/ 3180929 h 4462871"/>
                <a:gd name="connsiteX4" fmla="*/ 1499655 w 3219149"/>
                <a:gd name="connsiteY4" fmla="*/ 4462871 h 4462871"/>
                <a:gd name="connsiteX0" fmla="*/ 1499655 w 3214370"/>
                <a:gd name="connsiteY0" fmla="*/ 4462871 h 4462871"/>
                <a:gd name="connsiteX1" fmla="*/ 0 w 3214370"/>
                <a:gd name="connsiteY1" fmla="*/ 2461205 h 4462871"/>
                <a:gd name="connsiteX2" fmla="*/ 1403880 w 3214370"/>
                <a:gd name="connsiteY2" fmla="*/ 0 h 4462871"/>
                <a:gd name="connsiteX3" fmla="*/ 3214370 w 3214370"/>
                <a:gd name="connsiteY3" fmla="*/ 3180258 h 4462871"/>
                <a:gd name="connsiteX4" fmla="*/ 1499655 w 3214370"/>
                <a:gd name="connsiteY4" fmla="*/ 4462871 h 4462871"/>
                <a:gd name="connsiteX0" fmla="*/ 1499655 w 3214370"/>
                <a:gd name="connsiteY0" fmla="*/ 4373505 h 4373505"/>
                <a:gd name="connsiteX1" fmla="*/ 0 w 3214370"/>
                <a:gd name="connsiteY1" fmla="*/ 2371839 h 4373505"/>
                <a:gd name="connsiteX2" fmla="*/ 1415692 w 3214370"/>
                <a:gd name="connsiteY2" fmla="*/ 0 h 4373505"/>
                <a:gd name="connsiteX3" fmla="*/ 3214370 w 3214370"/>
                <a:gd name="connsiteY3" fmla="*/ 3090892 h 4373505"/>
                <a:gd name="connsiteX4" fmla="*/ 1499655 w 3214370"/>
                <a:gd name="connsiteY4" fmla="*/ 4373505 h 4373505"/>
                <a:gd name="connsiteX0" fmla="*/ 1499655 w 3214370"/>
                <a:gd name="connsiteY0" fmla="*/ 4435543 h 4435543"/>
                <a:gd name="connsiteX1" fmla="*/ 0 w 3214370"/>
                <a:gd name="connsiteY1" fmla="*/ 2433877 h 4435543"/>
                <a:gd name="connsiteX2" fmla="*/ 1390297 w 3214370"/>
                <a:gd name="connsiteY2" fmla="*/ 0 h 4435543"/>
                <a:gd name="connsiteX3" fmla="*/ 3214370 w 3214370"/>
                <a:gd name="connsiteY3" fmla="*/ 3152930 h 4435543"/>
                <a:gd name="connsiteX4" fmla="*/ 1499655 w 3214370"/>
                <a:gd name="connsiteY4" fmla="*/ 4435543 h 4435543"/>
                <a:gd name="connsiteX0" fmla="*/ 1499655 w 3237631"/>
                <a:gd name="connsiteY0" fmla="*/ 4435543 h 4435543"/>
                <a:gd name="connsiteX1" fmla="*/ 0 w 3237631"/>
                <a:gd name="connsiteY1" fmla="*/ 2433877 h 4435543"/>
                <a:gd name="connsiteX2" fmla="*/ 1390297 w 3237631"/>
                <a:gd name="connsiteY2" fmla="*/ 0 h 4435543"/>
                <a:gd name="connsiteX3" fmla="*/ 3237631 w 3237631"/>
                <a:gd name="connsiteY3" fmla="*/ 3178124 h 4435543"/>
                <a:gd name="connsiteX4" fmla="*/ 1499655 w 3237631"/>
                <a:gd name="connsiteY4" fmla="*/ 4435543 h 4435543"/>
                <a:gd name="connsiteX0" fmla="*/ 1499655 w 3208881"/>
                <a:gd name="connsiteY0" fmla="*/ 4435543 h 4435543"/>
                <a:gd name="connsiteX1" fmla="*/ 0 w 3208881"/>
                <a:gd name="connsiteY1" fmla="*/ 2433877 h 4435543"/>
                <a:gd name="connsiteX2" fmla="*/ 1390297 w 3208881"/>
                <a:gd name="connsiteY2" fmla="*/ 0 h 4435543"/>
                <a:gd name="connsiteX3" fmla="*/ 3208881 w 3208881"/>
                <a:gd name="connsiteY3" fmla="*/ 3139978 h 4435543"/>
                <a:gd name="connsiteX4" fmla="*/ 1499655 w 3208881"/>
                <a:gd name="connsiteY4" fmla="*/ 4435543 h 4435543"/>
                <a:gd name="connsiteX0" fmla="*/ 1496890 w 3208881"/>
                <a:gd name="connsiteY0" fmla="*/ 4420537 h 4420537"/>
                <a:gd name="connsiteX1" fmla="*/ 0 w 3208881"/>
                <a:gd name="connsiteY1" fmla="*/ 2433877 h 4420537"/>
                <a:gd name="connsiteX2" fmla="*/ 1390297 w 3208881"/>
                <a:gd name="connsiteY2" fmla="*/ 0 h 4420537"/>
                <a:gd name="connsiteX3" fmla="*/ 3208881 w 3208881"/>
                <a:gd name="connsiteY3" fmla="*/ 3139978 h 4420537"/>
                <a:gd name="connsiteX4" fmla="*/ 1496890 w 3208881"/>
                <a:gd name="connsiteY4" fmla="*/ 4420537 h 4420537"/>
                <a:gd name="connsiteX0" fmla="*/ 1503051 w 3208881"/>
                <a:gd name="connsiteY0" fmla="*/ 4428711 h 4428711"/>
                <a:gd name="connsiteX1" fmla="*/ 0 w 3208881"/>
                <a:gd name="connsiteY1" fmla="*/ 2433877 h 4428711"/>
                <a:gd name="connsiteX2" fmla="*/ 1390297 w 3208881"/>
                <a:gd name="connsiteY2" fmla="*/ 0 h 4428711"/>
                <a:gd name="connsiteX3" fmla="*/ 3208881 w 3208881"/>
                <a:gd name="connsiteY3" fmla="*/ 3139978 h 4428711"/>
                <a:gd name="connsiteX4" fmla="*/ 1503051 w 3208881"/>
                <a:gd name="connsiteY4" fmla="*/ 4428711 h 4428711"/>
                <a:gd name="connsiteX0" fmla="*/ 1503051 w 3215042"/>
                <a:gd name="connsiteY0" fmla="*/ 4428711 h 4428711"/>
                <a:gd name="connsiteX1" fmla="*/ 0 w 3215042"/>
                <a:gd name="connsiteY1" fmla="*/ 2433877 h 4428711"/>
                <a:gd name="connsiteX2" fmla="*/ 1390297 w 3215042"/>
                <a:gd name="connsiteY2" fmla="*/ 0 h 4428711"/>
                <a:gd name="connsiteX3" fmla="*/ 3215042 w 3215042"/>
                <a:gd name="connsiteY3" fmla="*/ 3148153 h 4428711"/>
                <a:gd name="connsiteX4" fmla="*/ 1503051 w 3215042"/>
                <a:gd name="connsiteY4" fmla="*/ 4428711 h 4428711"/>
                <a:gd name="connsiteX0" fmla="*/ 1506487 w 3215042"/>
                <a:gd name="connsiteY0" fmla="*/ 4438939 h 4438939"/>
                <a:gd name="connsiteX1" fmla="*/ 0 w 3215042"/>
                <a:gd name="connsiteY1" fmla="*/ 2433877 h 4438939"/>
                <a:gd name="connsiteX2" fmla="*/ 1390297 w 3215042"/>
                <a:gd name="connsiteY2" fmla="*/ 0 h 4438939"/>
                <a:gd name="connsiteX3" fmla="*/ 3215042 w 3215042"/>
                <a:gd name="connsiteY3" fmla="*/ 3148153 h 4438939"/>
                <a:gd name="connsiteX4" fmla="*/ 1506487 w 3215042"/>
                <a:gd name="connsiteY4" fmla="*/ 4438939 h 4438939"/>
                <a:gd name="connsiteX0" fmla="*/ 1420343 w 3215042"/>
                <a:gd name="connsiteY0" fmla="*/ 4088648 h 4088648"/>
                <a:gd name="connsiteX1" fmla="*/ 0 w 3215042"/>
                <a:gd name="connsiteY1" fmla="*/ 2433877 h 4088648"/>
                <a:gd name="connsiteX2" fmla="*/ 1390297 w 3215042"/>
                <a:gd name="connsiteY2" fmla="*/ 0 h 4088648"/>
                <a:gd name="connsiteX3" fmla="*/ 3215042 w 3215042"/>
                <a:gd name="connsiteY3" fmla="*/ 3148153 h 4088648"/>
                <a:gd name="connsiteX4" fmla="*/ 1420343 w 3215042"/>
                <a:gd name="connsiteY4" fmla="*/ 4088648 h 4088648"/>
                <a:gd name="connsiteX0" fmla="*/ 2750218 w 3215042"/>
                <a:gd name="connsiteY0" fmla="*/ 3480066 h 3480066"/>
                <a:gd name="connsiteX1" fmla="*/ 0 w 3215042"/>
                <a:gd name="connsiteY1" fmla="*/ 2433877 h 3480066"/>
                <a:gd name="connsiteX2" fmla="*/ 1390297 w 3215042"/>
                <a:gd name="connsiteY2" fmla="*/ 0 h 3480066"/>
                <a:gd name="connsiteX3" fmla="*/ 3215042 w 3215042"/>
                <a:gd name="connsiteY3" fmla="*/ 3148153 h 3480066"/>
                <a:gd name="connsiteX4" fmla="*/ 2750218 w 3215042"/>
                <a:gd name="connsiteY4" fmla="*/ 3480066 h 3480066"/>
                <a:gd name="connsiteX0" fmla="*/ 1921864 w 2386688"/>
                <a:gd name="connsiteY0" fmla="*/ 3480066 h 3480066"/>
                <a:gd name="connsiteX1" fmla="*/ 0 w 2386688"/>
                <a:gd name="connsiteY1" fmla="*/ 991285 h 3480066"/>
                <a:gd name="connsiteX2" fmla="*/ 561943 w 2386688"/>
                <a:gd name="connsiteY2" fmla="*/ 0 h 3480066"/>
                <a:gd name="connsiteX3" fmla="*/ 2386688 w 2386688"/>
                <a:gd name="connsiteY3" fmla="*/ 3148153 h 3480066"/>
                <a:gd name="connsiteX4" fmla="*/ 1921864 w 2386688"/>
                <a:gd name="connsiteY4" fmla="*/ 3480066 h 3480066"/>
                <a:gd name="connsiteX0" fmla="*/ 1921864 w 2383252"/>
                <a:gd name="connsiteY0" fmla="*/ 3480066 h 3480066"/>
                <a:gd name="connsiteX1" fmla="*/ 0 w 2383252"/>
                <a:gd name="connsiteY1" fmla="*/ 991285 h 3480066"/>
                <a:gd name="connsiteX2" fmla="*/ 561943 w 2383252"/>
                <a:gd name="connsiteY2" fmla="*/ 0 h 3480066"/>
                <a:gd name="connsiteX3" fmla="*/ 2383252 w 2383252"/>
                <a:gd name="connsiteY3" fmla="*/ 3138147 h 3480066"/>
                <a:gd name="connsiteX4" fmla="*/ 1921864 w 2383252"/>
                <a:gd name="connsiteY4" fmla="*/ 3480066 h 3480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3252" h="3480066">
                  <a:moveTo>
                    <a:pt x="1921864" y="3480066"/>
                  </a:moveTo>
                  <a:lnTo>
                    <a:pt x="0" y="991285"/>
                  </a:lnTo>
                  <a:lnTo>
                    <a:pt x="561943" y="0"/>
                  </a:lnTo>
                  <a:lnTo>
                    <a:pt x="2383252" y="3138147"/>
                  </a:lnTo>
                  <a:lnTo>
                    <a:pt x="1921864" y="34800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EE090-0D6F-2B15-3688-F36CB80D2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73D2EB-EF52-BC3C-6C4A-16906300A983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2712656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A74DE-9C13-EC5E-96C9-8CFAD738CA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0B0C1-46B3-A52F-9D72-15A3D44FD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86DA-5700-4357-A3D5-37703C870FC2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F99B41-7018-1DD3-4D25-D7131129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D73C5-D766-2B77-B81C-14E2EB59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40BB25-BB2F-972B-120A-2236EF6021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6250" y="1516063"/>
            <a:ext cx="11236325" cy="4662487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BB9C42A-C213-C1CD-09BC-3E97A99364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49BF83-F670-BD92-92A0-99C80D4222D5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3953700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e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37C0A1A-50AE-E3D4-BB16-8788BDBB9443}"/>
              </a:ext>
            </a:extLst>
          </p:cNvPr>
          <p:cNvSpPr/>
          <p:nvPr userDrawn="1"/>
        </p:nvSpPr>
        <p:spPr>
          <a:xfrm>
            <a:off x="3475110" y="0"/>
            <a:ext cx="8716890" cy="6858001"/>
          </a:xfrm>
          <a:custGeom>
            <a:avLst/>
            <a:gdLst>
              <a:gd name="connsiteX0" fmla="*/ 7712651 w 8716890"/>
              <a:gd name="connsiteY0" fmla="*/ 4550002 h 6858001"/>
              <a:gd name="connsiteX1" fmla="*/ 8716890 w 8716890"/>
              <a:gd name="connsiteY1" fmla="*/ 4550002 h 6858001"/>
              <a:gd name="connsiteX2" fmla="*/ 8716890 w 8716890"/>
              <a:gd name="connsiteY2" fmla="*/ 6858001 h 6858001"/>
              <a:gd name="connsiteX3" fmla="*/ 6410270 w 8716890"/>
              <a:gd name="connsiteY3" fmla="*/ 6858001 h 6858001"/>
              <a:gd name="connsiteX4" fmla="*/ 1302380 w 8716890"/>
              <a:gd name="connsiteY4" fmla="*/ 4550002 h 6858001"/>
              <a:gd name="connsiteX5" fmla="*/ 4485297 w 8716890"/>
              <a:gd name="connsiteY5" fmla="*/ 4550002 h 6858001"/>
              <a:gd name="connsiteX6" fmla="*/ 3182916 w 8716890"/>
              <a:gd name="connsiteY6" fmla="*/ 6858001 h 6858001"/>
              <a:gd name="connsiteX7" fmla="*/ 0 w 8716890"/>
              <a:gd name="connsiteY7" fmla="*/ 6858001 h 6858001"/>
              <a:gd name="connsiteX8" fmla="*/ 7052819 w 8716890"/>
              <a:gd name="connsiteY8" fmla="*/ 0 h 6858001"/>
              <a:gd name="connsiteX9" fmla="*/ 8716890 w 8716890"/>
              <a:gd name="connsiteY9" fmla="*/ 0 h 6858001"/>
              <a:gd name="connsiteX10" fmla="*/ 8716890 w 8716890"/>
              <a:gd name="connsiteY10" fmla="*/ 2756296 h 6858001"/>
              <a:gd name="connsiteX11" fmla="*/ 7704719 w 8716890"/>
              <a:gd name="connsiteY11" fmla="*/ 4550003 h 6858001"/>
              <a:gd name="connsiteX12" fmla="*/ 4485297 w 8716890"/>
              <a:gd name="connsiteY12" fmla="*/ 455000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716890" h="6858001">
                <a:moveTo>
                  <a:pt x="7712651" y="4550002"/>
                </a:moveTo>
                <a:lnTo>
                  <a:pt x="8716890" y="4550002"/>
                </a:lnTo>
                <a:lnTo>
                  <a:pt x="8716890" y="6858001"/>
                </a:lnTo>
                <a:lnTo>
                  <a:pt x="6410270" y="6858001"/>
                </a:lnTo>
                <a:close/>
                <a:moveTo>
                  <a:pt x="1302380" y="4550002"/>
                </a:moveTo>
                <a:lnTo>
                  <a:pt x="4485297" y="4550002"/>
                </a:lnTo>
                <a:lnTo>
                  <a:pt x="3182916" y="6858001"/>
                </a:lnTo>
                <a:lnTo>
                  <a:pt x="0" y="6858001"/>
                </a:lnTo>
                <a:close/>
                <a:moveTo>
                  <a:pt x="7052819" y="0"/>
                </a:moveTo>
                <a:lnTo>
                  <a:pt x="8716890" y="0"/>
                </a:lnTo>
                <a:lnTo>
                  <a:pt x="8716890" y="2756296"/>
                </a:lnTo>
                <a:lnTo>
                  <a:pt x="7704719" y="4550003"/>
                </a:lnTo>
                <a:lnTo>
                  <a:pt x="4485297" y="45500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EC2F47-B543-2F83-D3D6-51AD7D9E71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1516063"/>
            <a:ext cx="6637338" cy="4662487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84C1C90-6E9C-9F6A-DC75-A8F5684C44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875CD6-EA31-AE16-C5E1-146E4F5CC4B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6966CF-BCAC-429A-8A83-18F4E85F2964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6104B7-BD34-CB71-7A75-010E5C65E1F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FE6C7-CC71-388B-9DEE-8685E5C29B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1EE24C-4600-2C6E-960C-128E2FA878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32DF78-0A37-E3E8-9FCB-5AFA2B0FA6CF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3884682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D4D54-401A-041E-7935-7CC8FB0553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B4146-F1A3-2743-B500-D34C9888331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6250" y="1516063"/>
            <a:ext cx="5487988" cy="4662487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3AD1C3-E56B-8CAE-9280-97FE17F588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5701" y="1516063"/>
            <a:ext cx="5486400" cy="4660900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A1B98-9CEA-0AD6-A2C2-41852FD33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71FD4-B2FC-4B95-A38D-0DED7F1421A2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E7D2F-A029-02C9-1339-06AC3E1D9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F0C5B-97B0-CA61-F876-9F080AB4B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8AB9F8E-7E7A-BB6A-3BC6-D2F259E47C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B6C0ED3-3AC6-9A2D-6D67-A1D5AAD5A2D6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2692085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E03FABD-CD21-60B1-9757-85F6486A25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6655" y="1668780"/>
            <a:ext cx="5523692" cy="468630"/>
          </a:xfrm>
          <a:custGeom>
            <a:avLst/>
            <a:gdLst>
              <a:gd name="connsiteX0" fmla="*/ 5523692 w 5523692"/>
              <a:gd name="connsiteY0" fmla="*/ 0 h 468630"/>
              <a:gd name="connsiteX1" fmla="*/ 5373325 w 5523692"/>
              <a:gd name="connsiteY1" fmla="*/ 468630 h 468630"/>
              <a:gd name="connsiteX2" fmla="*/ 0 w 5523692"/>
              <a:gd name="connsiteY2" fmla="*/ 468630 h 468630"/>
              <a:gd name="connsiteX3" fmla="*/ 154970 w 5523692"/>
              <a:gd name="connsiteY3" fmla="*/ 4434 h 46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3692" h="468630">
                <a:moveTo>
                  <a:pt x="5523692" y="0"/>
                </a:moveTo>
                <a:lnTo>
                  <a:pt x="5373325" y="468630"/>
                </a:lnTo>
                <a:lnTo>
                  <a:pt x="0" y="468630"/>
                </a:lnTo>
                <a:lnTo>
                  <a:pt x="154970" y="443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8EBDD1E-0E08-AD11-A5D6-7F16510CB4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91652" y="1668782"/>
            <a:ext cx="5566056" cy="468629"/>
          </a:xfrm>
          <a:custGeom>
            <a:avLst/>
            <a:gdLst>
              <a:gd name="connsiteX0" fmla="*/ 5566056 w 5566056"/>
              <a:gd name="connsiteY0" fmla="*/ 0 h 468629"/>
              <a:gd name="connsiteX1" fmla="*/ 5566056 w 5566056"/>
              <a:gd name="connsiteY1" fmla="*/ 1957 h 468629"/>
              <a:gd name="connsiteX2" fmla="*/ 5415151 w 5566056"/>
              <a:gd name="connsiteY2" fmla="*/ 468629 h 468629"/>
              <a:gd name="connsiteX3" fmla="*/ 0 w 5566056"/>
              <a:gd name="connsiteY3" fmla="*/ 468629 h 468629"/>
              <a:gd name="connsiteX4" fmla="*/ 156177 w 5566056"/>
              <a:gd name="connsiteY4" fmla="*/ 4433 h 468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6056" h="468629">
                <a:moveTo>
                  <a:pt x="5566056" y="0"/>
                </a:moveTo>
                <a:lnTo>
                  <a:pt x="5566056" y="1957"/>
                </a:lnTo>
                <a:lnTo>
                  <a:pt x="5415151" y="468629"/>
                </a:lnTo>
                <a:lnTo>
                  <a:pt x="0" y="468629"/>
                </a:lnTo>
                <a:lnTo>
                  <a:pt x="156177" y="4433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D1F947-391B-EFDA-064E-BBCB0C4B3E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  <p:sp>
        <p:nvSpPr>
          <p:cNvPr id="15" name="Content Placeholder 11">
            <a:extLst>
              <a:ext uri="{FF2B5EF4-FFF2-40B4-BE49-F238E27FC236}">
                <a16:creationId xmlns:a16="http://schemas.microsoft.com/office/drawing/2014/main" id="{5B2065A5-0501-71A5-6865-16313585C46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6250" y="2423160"/>
            <a:ext cx="5487988" cy="3755390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6D1D1753-B697-6872-6AAC-C3F5065F212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23000" y="2423160"/>
            <a:ext cx="5491163" cy="3755390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456E6-C9F8-EB08-FC0E-688C654B7EA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17B6EA2-C518-4BA2-90F9-CC96ACB48612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3DD683-D36E-BBE3-032D-479DF1F5BE8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8AA8F-5BBE-3043-38DC-D77CC77F61A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84DFB4-6C99-188D-3DD2-580D50529F3A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2511273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048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D2901-438F-4665-3E72-D8443C96EC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6656" y="1668780"/>
            <a:ext cx="5487582" cy="59436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02F06-98AE-001A-CBFF-3D550502891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6250" y="2423160"/>
            <a:ext cx="5487988" cy="3755390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57A7AD-614F-85ED-D90C-6CEBA8142C0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7763" y="1681163"/>
            <a:ext cx="5486400" cy="57576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6EEDE8-3528-6F39-87E3-1DF2E48DD5C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7764" y="2434273"/>
            <a:ext cx="5486400" cy="3744277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1B1E37-0A85-3BF5-5CF2-6D5A6021D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15C2-5699-45D3-9C04-8CF7A3362652}" type="datetime1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9D4A30-9C8C-79BE-CB5C-A2573FBFC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1AD76-99B2-FED2-4C0A-09B99E39C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9236914-F544-C3B8-2390-F97C2FC6F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64C5DB6-B47F-B247-C00A-42A9E2A356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2A5C83-7CCD-7245-C4FA-50289B6872C5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1100726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3 Column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E31F058-58D4-9FB8-17AA-631FAC0CCD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6656" y="1668780"/>
            <a:ext cx="3461548" cy="59436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164" name="Text Placeholder 8">
            <a:extLst>
              <a:ext uri="{FF2B5EF4-FFF2-40B4-BE49-F238E27FC236}">
                <a16:creationId xmlns:a16="http://schemas.microsoft.com/office/drawing/2014/main" id="{492887F5-EF1F-272E-FB34-BA69B90462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3604" y="1668780"/>
            <a:ext cx="3461548" cy="59436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165" name="Text Placeholder 8">
            <a:extLst>
              <a:ext uri="{FF2B5EF4-FFF2-40B4-BE49-F238E27FC236}">
                <a16:creationId xmlns:a16="http://schemas.microsoft.com/office/drawing/2014/main" id="{564EC78A-D51E-5C6F-ACCA-134C6A5150D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50552" y="1668780"/>
            <a:ext cx="3461548" cy="59436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1B4C94-6EA7-DE45-1C16-2CCEA06C8B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365125"/>
            <a:ext cx="11235446" cy="95783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F819557-D63E-D522-FE8D-9A882FD58D1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6250" y="2418177"/>
            <a:ext cx="3465576" cy="376037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515BE0D-3FE0-81D8-E804-DD817A274BD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363603" y="2418177"/>
            <a:ext cx="3465576" cy="376037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93FA459-11BC-1515-3D4A-4228DB1724E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50552" y="2420041"/>
            <a:ext cx="3465576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</a:t>
            </a:r>
          </a:p>
          <a:p>
            <a:pPr lvl="1"/>
            <a:r>
              <a:rPr lang="en-US" dirty="0"/>
              <a:t>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842593-B66A-4A19-6EB5-C3F2B221ECE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65378917-B1FF-4A52-ACCF-13C7FBC5D5A7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1BC2C2-2075-4509-CFB8-D95D387DC14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7017B-A31B-B1C8-AE07-128E68E7DCC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5992C7B-19E7-82EB-F23D-FF28BE23FF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8804047-D788-2DB3-8795-0EFB6B75D061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3980212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048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8F8D865-96FD-09B2-A2E6-49776B4790B8}"/>
              </a:ext>
            </a:extLst>
          </p:cNvPr>
          <p:cNvSpPr/>
          <p:nvPr userDrawn="1"/>
        </p:nvSpPr>
        <p:spPr>
          <a:xfrm flipV="1">
            <a:off x="-1" y="-2"/>
            <a:ext cx="5627076" cy="6858002"/>
          </a:xfrm>
          <a:custGeom>
            <a:avLst/>
            <a:gdLst>
              <a:gd name="connsiteX0" fmla="*/ 0 w 5627076"/>
              <a:gd name="connsiteY0" fmla="*/ 6858002 h 6858002"/>
              <a:gd name="connsiteX1" fmla="*/ 5627076 w 5627076"/>
              <a:gd name="connsiteY1" fmla="*/ 6858002 h 6858002"/>
              <a:gd name="connsiteX2" fmla="*/ 1355301 w 5627076"/>
              <a:gd name="connsiteY2" fmla="*/ 0 h 6858002"/>
              <a:gd name="connsiteX3" fmla="*/ 0 w 5627076"/>
              <a:gd name="connsiteY3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7076" h="6858002">
                <a:moveTo>
                  <a:pt x="0" y="6858002"/>
                </a:moveTo>
                <a:lnTo>
                  <a:pt x="5627076" y="6858002"/>
                </a:lnTo>
                <a:lnTo>
                  <a:pt x="135530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5421EC-B0D1-1851-FBE5-7F53DFF45E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555171"/>
            <a:ext cx="3942945" cy="2873829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0D7F6C-4E8C-426D-3E0F-314F23F012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70135" y="555171"/>
            <a:ext cx="6053553" cy="5623379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51A0023-D981-B14B-A4F9-A40A982F1DA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CD2D641-DFB5-4EFA-B7E4-A411AE32F1D8}" type="datetime1">
              <a:rPr lang="en-US" smtClean="0"/>
              <a:t>3/23/2026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BCAD040-90A4-F373-D928-1CF0CA5B664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F661567-D826-E257-E4B1-FCB72926A77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95A2AF8-7678-B117-AA1A-EC57CC7068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95C43A1-6DFE-0A7D-D1EE-8EA9C9657759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378823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Yellow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6CDAAEEA-6904-EA7A-F22A-A441F21532CA}"/>
              </a:ext>
            </a:extLst>
          </p:cNvPr>
          <p:cNvSpPr/>
          <p:nvPr userDrawn="1"/>
        </p:nvSpPr>
        <p:spPr>
          <a:xfrm flipH="1">
            <a:off x="9301316" y="1868129"/>
            <a:ext cx="2890682" cy="4989872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768B634-D11C-ADC4-4345-FC668F34D8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1167FD-296B-A8F6-47B6-4EC870DC7E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1516063"/>
            <a:ext cx="6637339" cy="4662488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125109-7BAF-CB3E-6D85-5C9D3617B80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FEEAC10-2098-4609-A859-E5B2DF18BC38}" type="datetime1">
              <a:rPr lang="en-US" smtClean="0"/>
              <a:t>3/23/2026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A61E541-1D1C-5928-0D61-F060A3B33C9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8768B02-DA7F-2436-1E35-18D5C18A53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EB3314-AA8A-BCDE-A647-942AD20FC6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899A51-5B57-F276-9ECF-216EE2D62778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3400256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054FF19-C4C4-0ABE-AB08-5F42CBE2F1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691716" y="945162"/>
            <a:ext cx="903817" cy="76002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9B3DC8-29FD-C978-BDA7-DF8A6DCA09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2079174"/>
            <a:ext cx="11247663" cy="3449559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Char char="​"/>
              <a:defRPr sz="4800"/>
            </a:lvl1pPr>
            <a:lvl2pPr marL="0" indent="0" algn="ctr">
              <a:buFont typeface="Arial" panose="020B0604020202020204" pitchFamily="34" charset="0"/>
              <a:buChar char="​"/>
              <a:defRPr/>
            </a:lvl2pPr>
            <a:lvl3pPr marL="0" indent="0" algn="ctr">
              <a:buFont typeface="Arial" panose="020B0604020202020204" pitchFamily="34" charset="0"/>
              <a:buChar char="​"/>
              <a:defRPr/>
            </a:lvl3pPr>
            <a:lvl4pPr marL="0" indent="0" algn="ctr">
              <a:buFont typeface="Arial" panose="020B0604020202020204" pitchFamily="34" charset="0"/>
              <a:buChar char="​"/>
              <a:defRPr/>
            </a:lvl4pPr>
            <a:lvl5pPr marL="0" indent="0" algn="ctr">
              <a:buFont typeface="Arial" panose="020B0604020202020204" pitchFamily="34" charset="0"/>
              <a:buChar char="​"/>
              <a:defRPr/>
            </a:lvl5pPr>
          </a:lstStyle>
          <a:p>
            <a:pPr lvl="0"/>
            <a:r>
              <a:rPr lang="en-US" dirty="0"/>
              <a:t>[Click to add quote ]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9C279942-F9D4-016B-6FAA-6A6F510A52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07267" y="5641325"/>
            <a:ext cx="5977466" cy="543028"/>
          </a:xfrm>
        </p:spPr>
        <p:txBody>
          <a:bodyPr/>
          <a:lstStyle>
            <a:lvl1pPr marL="0" indent="0" algn="ctr">
              <a:buNone/>
              <a:tabLst/>
              <a:defRPr sz="1600">
                <a:solidFill>
                  <a:schemeClr val="tx1"/>
                </a:solidFill>
              </a:defRPr>
            </a:lvl1pPr>
            <a:lvl2pPr marL="0" indent="0" algn="ctr">
              <a:buNone/>
              <a:tabLst/>
              <a:defRPr sz="1400">
                <a:solidFill>
                  <a:schemeClr val="tx1"/>
                </a:solidFill>
              </a:defRPr>
            </a:lvl2pPr>
            <a:lvl3pPr marL="0" indent="0">
              <a:buNone/>
              <a:tabLst/>
              <a:defRPr>
                <a:solidFill>
                  <a:schemeClr val="bg2"/>
                </a:solidFill>
              </a:defRPr>
            </a:lvl3pPr>
            <a:lvl4pPr marL="0" indent="0">
              <a:buNone/>
              <a:tabLst/>
              <a:defRPr>
                <a:solidFill>
                  <a:schemeClr val="bg2"/>
                </a:solidFill>
              </a:defRPr>
            </a:lvl4pPr>
            <a:lvl5pPr marL="0" indent="0">
              <a:buNone/>
              <a:tabLst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[Add source text]</a:t>
            </a:r>
          </a:p>
          <a:p>
            <a:pPr lvl="1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0B7D1D0-1642-F726-1778-C19937C975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E1BD3B2-DE45-88E4-44E7-4B6E93474B2B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289850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build="p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3D38A-7DDC-4F43-0B0C-52777F5B6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2D2AEA-0FE4-9CA5-DD78-E35102BA4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45FF-C1B6-4C00-B4F0-16D754700F98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B5A3E-B06A-A0F5-E34C-79C946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5C6DC8-C148-A6B1-4C40-2B1BEA55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D6E0439-5C7A-A493-739A-5D0B8038AD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C5FFD15-5AB8-C21B-B661-5D23488D097C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473335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0777E9-CE46-B26A-FF3B-0FE673D33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3A9E6-BB19-4CE6-A35B-D08845D2DF3E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E5CC90-866E-F938-3BA7-F21CF31F1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D5D40-DC01-DB97-2C67-18F8A46A3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E6DD13D-AF9C-EAC7-E5D8-1DA926F813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0EF76D2-9304-8A82-C6CD-0777D4D4EBBE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3976146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~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68F203-BDC3-3FDD-9A5A-AEF87F26EB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5061" b="11714"/>
          <a:stretch/>
        </p:blipFill>
        <p:spPr>
          <a:xfrm>
            <a:off x="-6936" y="0"/>
            <a:ext cx="1219893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368481-A5E8-F422-1E2A-BFE4A2769926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3591809705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yland lntro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F23FB6B2-4A0F-ABD1-1393-AA4E16F4A2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" b="75"/>
          <a:stretch/>
        </p:blipFill>
        <p:spPr>
          <a:xfrm>
            <a:off x="3244392" y="2841433"/>
            <a:ext cx="5702583" cy="117866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58F7C47-2AB5-4FB0-28C4-35578F9E939D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bg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989059616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yland Animated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3">
            <a:extLst>
              <a:ext uri="{FF2B5EF4-FFF2-40B4-BE49-F238E27FC236}">
                <a16:creationId xmlns:a16="http://schemas.microsoft.com/office/drawing/2014/main" id="{47827A32-4372-84B9-5CFC-548DCEE99506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52"/>
            <a:ext cx="12192000" cy="6855448"/>
          </a:xfrm>
          <a:prstGeom prst="rect">
            <a:avLst/>
          </a:prstGeom>
        </p:spPr>
      </p:pic>
      <p:sp>
        <p:nvSpPr>
          <p:cNvPr id="8" name="Parallelogram 10">
            <a:extLst>
              <a:ext uri="{FF2B5EF4-FFF2-40B4-BE49-F238E27FC236}">
                <a16:creationId xmlns:a16="http://schemas.microsoft.com/office/drawing/2014/main" id="{FAB1F7CE-48AA-7356-6CF0-297DD0EF10D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996309" y="2118995"/>
            <a:ext cx="1689913" cy="1309116"/>
          </a:xfrm>
          <a:prstGeom prst="parallelogram">
            <a:avLst>
              <a:gd name="adj" fmla="val 57222"/>
            </a:avLst>
          </a:prstGeom>
          <a:solidFill>
            <a:schemeClr val="bg2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91C1A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Parallelogram 12">
            <a:extLst>
              <a:ext uri="{FF2B5EF4-FFF2-40B4-BE49-F238E27FC236}">
                <a16:creationId xmlns:a16="http://schemas.microsoft.com/office/drawing/2014/main" id="{E699842C-2094-A6C0-9A9D-1D34E2905A1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176030" y="3434122"/>
            <a:ext cx="1689913" cy="1309115"/>
          </a:xfrm>
          <a:prstGeom prst="parallelogram">
            <a:avLst>
              <a:gd name="adj" fmla="val 57222"/>
            </a:avLst>
          </a:prstGeom>
          <a:solidFill>
            <a:schemeClr val="bg2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91C1A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Parallelogram 13">
            <a:extLst>
              <a:ext uri="{FF2B5EF4-FFF2-40B4-BE49-F238E27FC236}">
                <a16:creationId xmlns:a16="http://schemas.microsoft.com/office/drawing/2014/main" id="{5F35401B-EE2D-87D0-F04F-292A39C02166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318119" y="3434122"/>
            <a:ext cx="1689913" cy="1309115"/>
          </a:xfrm>
          <a:prstGeom prst="parallelogram">
            <a:avLst>
              <a:gd name="adj" fmla="val 57222"/>
            </a:avLst>
          </a:prstGeom>
          <a:solidFill>
            <a:schemeClr val="bg2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91C1A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D848F906-70A6-D1DF-FCE3-189EC46E457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6857275" y="2118995"/>
            <a:ext cx="1689913" cy="1309116"/>
          </a:xfrm>
          <a:prstGeom prst="parallelogram">
            <a:avLst>
              <a:gd name="adj" fmla="val 57222"/>
            </a:avLst>
          </a:prstGeom>
          <a:solidFill>
            <a:schemeClr val="bg2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91C1A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" name="object 4">
            <a:extLst>
              <a:ext uri="{FF2B5EF4-FFF2-40B4-BE49-F238E27FC236}">
                <a16:creationId xmlns:a16="http://schemas.microsoft.com/office/drawing/2014/main" id="{2EDF3DE8-D958-D596-8FBD-EB3D6FF7557C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2376" y="2118995"/>
            <a:ext cx="5305737" cy="26242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A067C9-B42E-965C-8401-14BA681AA7E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996045" y="2996841"/>
            <a:ext cx="6642264" cy="7527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B5E3AB8-886E-4804-BE61-A482F2362A30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bg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4287357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xit" presetSubtype="1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0" presetClass="entr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/ Conn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9D147-7048-51F7-FBA6-5DB5CEBDC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2493198"/>
            <a:ext cx="11235446" cy="57552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[Click to add contact / for more info / connect]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F72C5D-29E5-1F84-9238-17DCC24B5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6306-2292-4384-9A97-B25B884D6A7C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83AEC-E977-42B1-80DA-2EC5DDC41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CAD46-6566-96BD-23D7-34ACD5B73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46">
            <a:extLst>
              <a:ext uri="{FF2B5EF4-FFF2-40B4-BE49-F238E27FC236}">
                <a16:creationId xmlns:a16="http://schemas.microsoft.com/office/drawing/2014/main" id="{4EB04484-4F51-8CE3-CA61-14AB1CCFD7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6655" y="3213180"/>
            <a:ext cx="3665537" cy="211547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800" b="1" cap="none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90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</a:t>
            </a:r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r>
              <a:rPr lang="en-US" dirty="0"/>
              <a:t>]</a:t>
            </a:r>
          </a:p>
        </p:txBody>
      </p:sp>
      <p:sp>
        <p:nvSpPr>
          <p:cNvPr id="7" name="Text Placeholder 46">
            <a:extLst>
              <a:ext uri="{FF2B5EF4-FFF2-40B4-BE49-F238E27FC236}">
                <a16:creationId xmlns:a16="http://schemas.microsoft.com/office/drawing/2014/main" id="{90A8F0B8-AB78-FCED-6D87-10196270F6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6655" y="3463222"/>
            <a:ext cx="1422934" cy="211547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400" b="0" cap="none" baseline="0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90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###-###-####</a:t>
            </a:r>
          </a:p>
        </p:txBody>
      </p:sp>
      <p:sp>
        <p:nvSpPr>
          <p:cNvPr id="8" name="Text Placeholder 46">
            <a:extLst>
              <a:ext uri="{FF2B5EF4-FFF2-40B4-BE49-F238E27FC236}">
                <a16:creationId xmlns:a16="http://schemas.microsoft.com/office/drawing/2014/main" id="{B3BBF14A-2B44-1230-F61A-F5D63468619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6655" y="3695103"/>
            <a:ext cx="3665537" cy="211547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400" b="0" cap="none" baseline="0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90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[Add email]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88BD127-3676-C6B1-49EF-1ACEFF303F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" b="75"/>
          <a:stretch/>
        </p:blipFill>
        <p:spPr>
          <a:xfrm>
            <a:off x="489339" y="769607"/>
            <a:ext cx="2555236" cy="52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69174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yland Logo + Content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F23FB6B2-4A0F-ABD1-1393-AA4E16F4A2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" b="75"/>
          <a:stretch/>
        </p:blipFill>
        <p:spPr>
          <a:xfrm>
            <a:off x="3244392" y="2841433"/>
            <a:ext cx="5702583" cy="117866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D5AEB439-A9DF-5520-4E3D-AA3E06404D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4685773"/>
            <a:ext cx="11235446" cy="957837"/>
          </a:xfrm>
        </p:spPr>
        <p:txBody>
          <a:bodyPr/>
          <a:lstStyle>
            <a:lvl1pPr algn="ctr">
              <a:defRPr sz="2800" b="0">
                <a:latin typeface="+mn-lt"/>
              </a:defRPr>
            </a:lvl1pPr>
          </a:lstStyle>
          <a:p>
            <a:r>
              <a:rPr lang="en-US" dirty="0"/>
              <a:t> [Click to add content]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6F359A-BA86-1183-2AE7-C47B9E56FC76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bg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33292041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~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235224-D25E-5C13-14DB-1A574021A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786" t="5238" r="6337" b="1182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1A86F4-29AA-5E2A-07F2-BA69E9C845B6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3610934880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/>
          <p:nvPr/>
        </p:nvSpPr>
        <p:spPr>
          <a:xfrm>
            <a:off x="748567" y="1808800"/>
            <a:ext cx="5210000" cy="4555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1" name="Google Shape;421;p28"/>
          <p:cNvSpPr/>
          <p:nvPr/>
        </p:nvSpPr>
        <p:spPr>
          <a:xfrm>
            <a:off x="647600" y="1698633"/>
            <a:ext cx="5210000" cy="4555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2" name="Google Shape;422;p28"/>
          <p:cNvSpPr/>
          <p:nvPr/>
        </p:nvSpPr>
        <p:spPr>
          <a:xfrm>
            <a:off x="647600" y="1697800"/>
            <a:ext cx="5210000" cy="3672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3" name="Google Shape;423;p28"/>
          <p:cNvSpPr/>
          <p:nvPr/>
        </p:nvSpPr>
        <p:spPr>
          <a:xfrm>
            <a:off x="960000" y="1817200"/>
            <a:ext cx="128400" cy="1284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4" name="Google Shape;424;p28"/>
          <p:cNvSpPr/>
          <p:nvPr/>
        </p:nvSpPr>
        <p:spPr>
          <a:xfrm>
            <a:off x="1207900" y="1817200"/>
            <a:ext cx="128400" cy="1284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5" name="Google Shape;425;p28"/>
          <p:cNvSpPr/>
          <p:nvPr/>
        </p:nvSpPr>
        <p:spPr>
          <a:xfrm>
            <a:off x="1455800" y="1817200"/>
            <a:ext cx="128400" cy="1284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6" name="Google Shape;426;p28"/>
          <p:cNvSpPr/>
          <p:nvPr/>
        </p:nvSpPr>
        <p:spPr>
          <a:xfrm>
            <a:off x="748567" y="614833"/>
            <a:ext cx="10896800" cy="9216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7" name="Google Shape;427;p28"/>
          <p:cNvSpPr/>
          <p:nvPr/>
        </p:nvSpPr>
        <p:spPr>
          <a:xfrm>
            <a:off x="647600" y="504500"/>
            <a:ext cx="10896800" cy="921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8" name="Google Shape;428;p28"/>
          <p:cNvSpPr/>
          <p:nvPr/>
        </p:nvSpPr>
        <p:spPr>
          <a:xfrm>
            <a:off x="11074733" y="614833"/>
            <a:ext cx="314800" cy="3148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9" name="Google Shape;429;p28"/>
          <p:cNvSpPr/>
          <p:nvPr/>
        </p:nvSpPr>
        <p:spPr>
          <a:xfrm>
            <a:off x="6435367" y="1808800"/>
            <a:ext cx="5210000" cy="4555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0" name="Google Shape;430;p28"/>
          <p:cNvSpPr/>
          <p:nvPr/>
        </p:nvSpPr>
        <p:spPr>
          <a:xfrm>
            <a:off x="6334400" y="1698633"/>
            <a:ext cx="5210000" cy="4555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1" name="Google Shape;431;p28"/>
          <p:cNvSpPr/>
          <p:nvPr/>
        </p:nvSpPr>
        <p:spPr>
          <a:xfrm>
            <a:off x="6334400" y="1697800"/>
            <a:ext cx="5210000" cy="3672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2" name="Google Shape;432;p28"/>
          <p:cNvSpPr/>
          <p:nvPr/>
        </p:nvSpPr>
        <p:spPr>
          <a:xfrm>
            <a:off x="6646800" y="1817200"/>
            <a:ext cx="128400" cy="1284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3" name="Google Shape;433;p28"/>
          <p:cNvSpPr/>
          <p:nvPr/>
        </p:nvSpPr>
        <p:spPr>
          <a:xfrm>
            <a:off x="6894700" y="1817200"/>
            <a:ext cx="128400" cy="1284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4" name="Google Shape;434;p28"/>
          <p:cNvSpPr/>
          <p:nvPr/>
        </p:nvSpPr>
        <p:spPr>
          <a:xfrm>
            <a:off x="7142600" y="1817200"/>
            <a:ext cx="128400" cy="1284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09059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71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26899B-95AA-EACA-2566-44EF9FECF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365125"/>
            <a:ext cx="11235446" cy="9578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BE843-0CC6-C57F-0E0B-0481F919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655" y="1524001"/>
            <a:ext cx="11235446" cy="46529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10B01-81C4-B10B-D997-343DC3E4D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255932" y="6858000"/>
            <a:ext cx="936068" cy="132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20275D-F658-4E7A-AD9A-D9F0445659BB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3A2A3-C1C2-B7A7-96FE-BA5471213D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6655" y="6437815"/>
            <a:ext cx="7676745" cy="132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BE3F0-319F-F862-4403-59183F979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13528" y="57912"/>
            <a:ext cx="276991" cy="23831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5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35A2229-80B3-CC0E-C32C-63CD6689F6DF}"/>
              </a:ext>
            </a:extLst>
          </p:cNvPr>
          <p:cNvPicPr>
            <a:picLocks noChangeAspect="1"/>
          </p:cNvPicPr>
          <p:nvPr userDrawn="1"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AF9962-3057-9359-0C6B-71C13CA633A4}"/>
              </a:ext>
            </a:extLst>
          </p:cNvPr>
          <p:cNvCxnSpPr/>
          <p:nvPr userDrawn="1"/>
        </p:nvCxnSpPr>
        <p:spPr>
          <a:xfrm>
            <a:off x="3284538" y="-229683"/>
            <a:ext cx="0" cy="104007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3C544F-71EC-CFA3-55D9-AE5C1D23C36E}"/>
              </a:ext>
            </a:extLst>
          </p:cNvPr>
          <p:cNvCxnSpPr/>
          <p:nvPr userDrawn="1"/>
        </p:nvCxnSpPr>
        <p:spPr>
          <a:xfrm>
            <a:off x="8905078" y="-229683"/>
            <a:ext cx="0" cy="104007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A8C8D0-4AF4-3287-A6EC-19CD1333E796}"/>
              </a:ext>
            </a:extLst>
          </p:cNvPr>
          <p:cNvCxnSpPr>
            <a:cxnSpLocks/>
          </p:cNvCxnSpPr>
          <p:nvPr userDrawn="1"/>
        </p:nvCxnSpPr>
        <p:spPr>
          <a:xfrm>
            <a:off x="476655" y="-229683"/>
            <a:ext cx="0" cy="104007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4DC6853-3C6F-E672-044C-E7DB03679DE2}"/>
              </a:ext>
            </a:extLst>
          </p:cNvPr>
          <p:cNvCxnSpPr/>
          <p:nvPr userDrawn="1"/>
        </p:nvCxnSpPr>
        <p:spPr>
          <a:xfrm>
            <a:off x="11712101" y="-229683"/>
            <a:ext cx="0" cy="104007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FD44F1-8978-F11E-5177-7EAED3B575DC}"/>
              </a:ext>
            </a:extLst>
          </p:cNvPr>
          <p:cNvCxnSpPr/>
          <p:nvPr userDrawn="1"/>
        </p:nvCxnSpPr>
        <p:spPr>
          <a:xfrm>
            <a:off x="1871663" y="-229683"/>
            <a:ext cx="0" cy="104007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32536E-1C59-AAEC-63F9-59B1AB315EEF}"/>
              </a:ext>
            </a:extLst>
          </p:cNvPr>
          <p:cNvCxnSpPr/>
          <p:nvPr userDrawn="1"/>
        </p:nvCxnSpPr>
        <p:spPr>
          <a:xfrm>
            <a:off x="4693809" y="-229683"/>
            <a:ext cx="0" cy="104007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E232A82-48F2-4AAA-6B46-A64B53CFAE4E}"/>
              </a:ext>
            </a:extLst>
          </p:cNvPr>
          <p:cNvCxnSpPr/>
          <p:nvPr userDrawn="1"/>
        </p:nvCxnSpPr>
        <p:spPr>
          <a:xfrm>
            <a:off x="6096000" y="-229683"/>
            <a:ext cx="0" cy="104007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7B8ED3B-52DB-B5EE-ED83-2D96DF97CA65}"/>
              </a:ext>
            </a:extLst>
          </p:cNvPr>
          <p:cNvCxnSpPr/>
          <p:nvPr userDrawn="1"/>
        </p:nvCxnSpPr>
        <p:spPr>
          <a:xfrm>
            <a:off x="7497763" y="-229683"/>
            <a:ext cx="0" cy="104007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A1370CF-A5C5-B92C-7B58-C2332179B3E1}"/>
              </a:ext>
            </a:extLst>
          </p:cNvPr>
          <p:cNvCxnSpPr/>
          <p:nvPr userDrawn="1"/>
        </p:nvCxnSpPr>
        <p:spPr>
          <a:xfrm>
            <a:off x="10304700" y="-229683"/>
            <a:ext cx="0" cy="104007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CAE942-3165-79E5-3CDD-2F98652F93CC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bg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42817639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8" r:id="rId3"/>
    <p:sldLayoutId id="2147483679" r:id="rId4"/>
    <p:sldLayoutId id="2147483680" r:id="rId5"/>
    <p:sldLayoutId id="2147483681" r:id="rId6"/>
    <p:sldLayoutId id="2147483668" r:id="rId7"/>
    <p:sldLayoutId id="2147483682" r:id="rId8"/>
    <p:sldLayoutId id="2147483726" r:id="rId9"/>
    <p:sldLayoutId id="2147483693" r:id="rId10"/>
    <p:sldLayoutId id="2147483692" r:id="rId11"/>
    <p:sldLayoutId id="2147483672" r:id="rId12"/>
    <p:sldLayoutId id="2147483694" r:id="rId13"/>
    <p:sldLayoutId id="2147483709" r:id="rId14"/>
    <p:sldLayoutId id="2147483719" r:id="rId15"/>
    <p:sldLayoutId id="2147483696" r:id="rId16"/>
    <p:sldLayoutId id="2147483697" r:id="rId17"/>
    <p:sldLayoutId id="2147483695" r:id="rId18"/>
    <p:sldLayoutId id="2147483699" r:id="rId19"/>
    <p:sldLayoutId id="2147483698" r:id="rId20"/>
    <p:sldLayoutId id="2147483700" r:id="rId21"/>
    <p:sldLayoutId id="2147483704" r:id="rId22"/>
    <p:sldLayoutId id="2147483705" r:id="rId23"/>
    <p:sldLayoutId id="2147483706" r:id="rId24"/>
    <p:sldLayoutId id="2147483677" r:id="rId25"/>
    <p:sldLayoutId id="2147483683" r:id="rId26"/>
    <p:sldLayoutId id="2147483684" r:id="rId27"/>
    <p:sldLayoutId id="2147483685" r:id="rId28"/>
    <p:sldLayoutId id="2147483715" r:id="rId29"/>
    <p:sldLayoutId id="2147483716" r:id="rId30"/>
    <p:sldLayoutId id="2147483727" r:id="rId31"/>
    <p:sldLayoutId id="2147483728" r:id="rId32"/>
    <p:sldLayoutId id="2147483673" r:id="rId33"/>
    <p:sldLayoutId id="2147483686" r:id="rId34"/>
    <p:sldLayoutId id="2147483687" r:id="rId35"/>
    <p:sldLayoutId id="2147483688" r:id="rId36"/>
    <p:sldLayoutId id="2147483669" r:id="rId37"/>
    <p:sldLayoutId id="2147483714" r:id="rId38"/>
    <p:sldLayoutId id="2147483713" r:id="rId39"/>
    <p:sldLayoutId id="2147483712" r:id="rId40"/>
    <p:sldLayoutId id="2147483670" r:id="rId41"/>
    <p:sldLayoutId id="2147483711" r:id="rId42"/>
    <p:sldLayoutId id="2147483717" r:id="rId43"/>
    <p:sldLayoutId id="2147483702" r:id="rId44"/>
    <p:sldLayoutId id="2147483703" r:id="rId45"/>
    <p:sldLayoutId id="2147483675" r:id="rId46"/>
    <p:sldLayoutId id="2147483707" r:id="rId47"/>
    <p:sldLayoutId id="2147483708" r:id="rId48"/>
    <p:sldLayoutId id="2147483671" r:id="rId49"/>
    <p:sldLayoutId id="2147483663" r:id="rId50"/>
    <p:sldLayoutId id="2147483710" r:id="rId51"/>
    <p:sldLayoutId id="2147483724" r:id="rId52"/>
    <p:sldLayoutId id="2147483664" r:id="rId53"/>
    <p:sldLayoutId id="2147483725" r:id="rId54"/>
    <p:sldLayoutId id="2147483665" r:id="rId55"/>
    <p:sldLayoutId id="2147483720" r:id="rId56"/>
    <p:sldLayoutId id="2147483721" r:id="rId57"/>
    <p:sldLayoutId id="2147483722" r:id="rId58"/>
    <p:sldLayoutId id="2147483723" r:id="rId59"/>
    <p:sldLayoutId id="2147483666" r:id="rId60"/>
    <p:sldLayoutId id="2147483667" r:id="rId61"/>
    <p:sldLayoutId id="2147483674" r:id="rId62"/>
    <p:sldLayoutId id="2147483690" r:id="rId63"/>
    <p:sldLayoutId id="2147483691" r:id="rId64"/>
    <p:sldLayoutId id="2147483718" r:id="rId65"/>
    <p:sldLayoutId id="2147483689" r:id="rId66"/>
    <p:sldLayoutId id="2147483676" r:id="rId67"/>
    <p:sldLayoutId id="2147483729" r:id="rId68"/>
  </p:sldLayoutIdLst>
  <p:transition>
    <p:fade/>
  </p:transition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8788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4213" indent="-225425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30188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4588" indent="-230188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7" orient="horz" pos="2424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20" pos="7680" userDrawn="1">
          <p15:clr>
            <a:srgbClr val="A4A3A4"/>
          </p15:clr>
        </p15:guide>
        <p15:guide id="22" orient="horz" pos="230" userDrawn="1">
          <p15:clr>
            <a:srgbClr val="F26B43"/>
          </p15:clr>
        </p15:guide>
        <p15:guide id="23" orient="horz" pos="4141" userDrawn="1">
          <p15:clr>
            <a:srgbClr val="A4A3A4"/>
          </p15:clr>
        </p15:guide>
        <p15:guide id="27" pos="300" userDrawn="1">
          <p15:clr>
            <a:srgbClr val="F26B43"/>
          </p15:clr>
        </p15:guide>
        <p15:guide id="28" pos="7379" userDrawn="1">
          <p15:clr>
            <a:srgbClr val="F26B43"/>
          </p15:clr>
        </p15:guide>
        <p15:guide id="29" orient="horz" pos="3892" userDrawn="1">
          <p15:clr>
            <a:srgbClr val="F26B43"/>
          </p15:clr>
        </p15:guide>
        <p15:guide id="30" orient="horz" pos="955" userDrawn="1">
          <p15:clr>
            <a:srgbClr val="A4A3A4"/>
          </p15:clr>
        </p15:guide>
        <p15:guide id="33" userDrawn="1">
          <p15:clr>
            <a:srgbClr val="F26B43"/>
          </p15:clr>
        </p15:guide>
        <p15:guide id="36" orient="horz" userDrawn="1">
          <p15:clr>
            <a:srgbClr val="A4A3A4"/>
          </p15:clr>
        </p15:guide>
        <p15:guide id="37" orient="horz" pos="4320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chnologyreview.com/2019/01/29/66141/what-is-quantum-computing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https://quantumai.google/application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4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4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https://www.youtube.com/embed/pm3kqX8I5NM?feature=oembed" TargetMode="External"/><Relationship Id="rId1" Type="http://schemas.openxmlformats.org/officeDocument/2006/relationships/video" Target="https://www.youtube.com/embed/g9-sPsnNnJ4?feature=oembed" TargetMode="External"/><Relationship Id="rId5" Type="http://schemas.openxmlformats.org/officeDocument/2006/relationships/image" Target="../media/image68.jpeg"/><Relationship Id="rId4" Type="http://schemas.openxmlformats.org/officeDocument/2006/relationships/image" Target="../media/image67.jpe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copilot.microsoft.com/" TargetMode="Externa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B9A5ED-8574-7718-9BE7-4E4A96225A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Emerging Technology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730E48E-2F6B-6880-1D0B-9C58AA0E0D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MCCCC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E37A3E-AD69-7BC3-5361-BFA30E15BF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Thursday, April 9, 2026 </a:t>
            </a:r>
            <a:r>
              <a:rPr lang="en-US" dirty="0" err="1"/>
              <a:t>a.d.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96960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4CF7184-2148-F925-F9C2-4A4C629C3A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u="sng" dirty="0"/>
              <a:t>Emerging technologies</a:t>
            </a:r>
            <a:r>
              <a:rPr lang="en-US" dirty="0"/>
              <a:t> are technologies whose development, practical applications, or both are still </a:t>
            </a:r>
            <a:r>
              <a:rPr lang="en-US" b="1" dirty="0"/>
              <a:t>largely unrealized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12E42-2C9E-4B50-E291-FD0F736C75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Wikipedia</a:t>
            </a:r>
          </a:p>
        </p:txBody>
      </p:sp>
    </p:spTree>
    <p:extLst>
      <p:ext uri="{BB962C8B-B14F-4D97-AF65-F5344CB8AC3E}">
        <p14:creationId xmlns:p14="http://schemas.microsoft.com/office/powerpoint/2010/main" val="211442966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C9C278-A5D2-78E5-1435-81AD4FE9E2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071" y="2227480"/>
            <a:ext cx="3248954" cy="856150"/>
          </a:xfrm>
        </p:spPr>
        <p:txBody>
          <a:bodyPr/>
          <a:lstStyle/>
          <a:p>
            <a:r>
              <a:rPr lang="en-US" sz="7200" spc="-500" dirty="0"/>
              <a:t>IMAGINE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C9AFE-E93A-6043-8D71-79EFAEA0EF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70729" y="1371330"/>
            <a:ext cx="3248954" cy="856150"/>
          </a:xfrm>
        </p:spPr>
        <p:txBody>
          <a:bodyPr/>
          <a:lstStyle/>
          <a:p>
            <a:r>
              <a:rPr lang="en-US" sz="7200" spc="-500" dirty="0"/>
              <a:t>PREDICT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E7E3AD-AE7E-1115-7DB2-AC2A7B3DE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65209" y="389536"/>
            <a:ext cx="3248954" cy="856150"/>
          </a:xfrm>
        </p:spPr>
        <p:txBody>
          <a:bodyPr/>
          <a:lstStyle/>
          <a:p>
            <a:r>
              <a:rPr lang="en-US" sz="7200" spc="-500" dirty="0"/>
              <a:t>CREATE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1FBDCE5-041D-7095-F44F-02438E148A9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6600" spc="1200" dirty="0"/>
              <a:t>the future</a:t>
            </a:r>
          </a:p>
        </p:txBody>
      </p:sp>
    </p:spTree>
    <p:extLst>
      <p:ext uri="{BB962C8B-B14F-4D97-AF65-F5344CB8AC3E}">
        <p14:creationId xmlns:p14="http://schemas.microsoft.com/office/powerpoint/2010/main" val="40699431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" grpId="0" build="p"/>
      <p:bldP spid="3" grpId="1" build="p"/>
      <p:bldP spid="6" grpId="0" build="p"/>
      <p:bldP spid="6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2D333-3B7A-EE9C-C943-D82E41CD7C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8800" dirty="0"/>
              <a:t>What’s an example of an emerging technology?</a:t>
            </a:r>
          </a:p>
        </p:txBody>
      </p:sp>
    </p:spTree>
    <p:extLst>
      <p:ext uri="{BB962C8B-B14F-4D97-AF65-F5344CB8AC3E}">
        <p14:creationId xmlns:p14="http://schemas.microsoft.com/office/powerpoint/2010/main" val="353594469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E8F970-98CF-9DAE-1767-A32C5918DC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AI, AI, AI, AI, AI, AI, AI, AI, AI, AI, AI, AI, AI,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D5728-447D-7EB9-50EE-628616B2A2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Everyone, all the time</a:t>
            </a:r>
          </a:p>
        </p:txBody>
      </p:sp>
    </p:spTree>
    <p:extLst>
      <p:ext uri="{BB962C8B-B14F-4D97-AF65-F5344CB8AC3E}">
        <p14:creationId xmlns:p14="http://schemas.microsoft.com/office/powerpoint/2010/main" val="9744579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B3296-7136-0B8B-ABF9-99610DFD5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41" y="365125"/>
            <a:ext cx="4925683" cy="957837"/>
          </a:xfrm>
        </p:spPr>
        <p:txBody>
          <a:bodyPr/>
          <a:lstStyle/>
          <a:p>
            <a:r>
              <a:rPr lang="en-US" dirty="0"/>
              <a:t>A.I. 2023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F03FC7-C7C8-2888-90EB-18AD32259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86" y="1024128"/>
            <a:ext cx="5331125" cy="5650992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866C3D9-AC5F-A654-1F82-850126C5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422" y="1024128"/>
            <a:ext cx="4308653" cy="5385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66FD321-1F43-4474-7376-C7294D5FB273}"/>
              </a:ext>
            </a:extLst>
          </p:cNvPr>
          <p:cNvSpPr txBox="1">
            <a:spLocks/>
          </p:cNvSpPr>
          <p:nvPr/>
        </p:nvSpPr>
        <p:spPr>
          <a:xfrm>
            <a:off x="6546435" y="362329"/>
            <a:ext cx="4925683" cy="9578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A.I. Now</a:t>
            </a:r>
          </a:p>
        </p:txBody>
      </p:sp>
    </p:spTree>
    <p:extLst>
      <p:ext uri="{BB962C8B-B14F-4D97-AF65-F5344CB8AC3E}">
        <p14:creationId xmlns:p14="http://schemas.microsoft.com/office/powerpoint/2010/main" val="372747306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D25F-4A8F-7AD6-9C1C-F38960B2C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CEF6B61-3C3F-CA6A-75D5-41FCE1047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48427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C64F51-A71C-FC28-AEFC-A480489E8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078" y="0"/>
            <a:ext cx="4216922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B948E79-ECC7-718A-67E5-EF1184435607}"/>
              </a:ext>
            </a:extLst>
          </p:cNvPr>
          <p:cNvSpPr txBox="1">
            <a:spLocks/>
          </p:cNvSpPr>
          <p:nvPr/>
        </p:nvSpPr>
        <p:spPr>
          <a:xfrm>
            <a:off x="3283471" y="5521470"/>
            <a:ext cx="4925683" cy="9578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A.I. Now</a:t>
            </a:r>
          </a:p>
        </p:txBody>
      </p:sp>
    </p:spTree>
    <p:extLst>
      <p:ext uri="{BB962C8B-B14F-4D97-AF65-F5344CB8AC3E}">
        <p14:creationId xmlns:p14="http://schemas.microsoft.com/office/powerpoint/2010/main" val="28155478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335F5-1D4D-20C9-6A18-108C2CB70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BC9D36A-FDA8-62EA-E576-29D6D57A75B6}"/>
              </a:ext>
            </a:extLst>
          </p:cNvPr>
          <p:cNvSpPr txBox="1">
            <a:spLocks/>
          </p:cNvSpPr>
          <p:nvPr/>
        </p:nvSpPr>
        <p:spPr>
          <a:xfrm>
            <a:off x="6546435" y="362329"/>
            <a:ext cx="4925683" cy="9578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A.I. 2029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8E1A9-3FE0-50B7-B06C-77FB31C12A5A}"/>
              </a:ext>
            </a:extLst>
          </p:cNvPr>
          <p:cNvSpPr txBox="1"/>
          <p:nvPr/>
        </p:nvSpPr>
        <p:spPr>
          <a:xfrm>
            <a:off x="10153628" y="96253"/>
            <a:ext cx="1888659" cy="40672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28700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435E324-65A9-5C5E-6309-F64A64FAD5C0}"/>
              </a:ext>
            </a:extLst>
          </p:cNvPr>
          <p:cNvSpPr txBox="1">
            <a:spLocks/>
          </p:cNvSpPr>
          <p:nvPr/>
        </p:nvSpPr>
        <p:spPr>
          <a:xfrm>
            <a:off x="39757" y="362329"/>
            <a:ext cx="4925683" cy="9578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A.I. Now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19EA8E-48D4-79F8-4990-A4D449BACE50}"/>
              </a:ext>
            </a:extLst>
          </p:cNvPr>
          <p:cNvSpPr txBox="1"/>
          <p:nvPr/>
        </p:nvSpPr>
        <p:spPr>
          <a:xfrm>
            <a:off x="808523" y="1568918"/>
            <a:ext cx="4488729" cy="1646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Agents</a:t>
            </a:r>
            <a:r>
              <a:rPr lang="en-US" dirty="0"/>
              <a:t> that operate </a:t>
            </a:r>
            <a:r>
              <a:rPr lang="en-US" i="1" dirty="0"/>
              <a:t>without</a:t>
            </a:r>
            <a:r>
              <a:rPr lang="en-US" dirty="0"/>
              <a:t> human input</a:t>
            </a: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Video</a:t>
            </a:r>
            <a:r>
              <a:rPr lang="en-US" dirty="0"/>
              <a:t> generation</a:t>
            </a: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Vibe Coding</a:t>
            </a:r>
            <a:r>
              <a:rPr lang="en-US" dirty="0"/>
              <a:t> taken to the next level</a:t>
            </a: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Human-Quality</a:t>
            </a:r>
            <a:r>
              <a:rPr lang="en-US" dirty="0"/>
              <a:t> writing</a:t>
            </a: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Learning Assistance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597B50-5873-76AE-E72E-A9AC6049586C}"/>
              </a:ext>
            </a:extLst>
          </p:cNvPr>
          <p:cNvSpPr txBox="1"/>
          <p:nvPr/>
        </p:nvSpPr>
        <p:spPr>
          <a:xfrm>
            <a:off x="6573802" y="1644271"/>
            <a:ext cx="3579826" cy="19728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Recursively Self-Improving</a:t>
            </a:r>
            <a:r>
              <a:rPr lang="en-US" dirty="0"/>
              <a:t> A.I.</a:t>
            </a: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</a:t>
            </a:r>
            <a:r>
              <a:rPr lang="en-US" dirty="0"/>
              <a:t>rtificial </a:t>
            </a:r>
            <a:r>
              <a:rPr lang="en-US" b="1" dirty="0"/>
              <a:t>G</a:t>
            </a:r>
            <a:r>
              <a:rPr lang="en-US" dirty="0"/>
              <a:t>eneral </a:t>
            </a:r>
            <a:r>
              <a:rPr lang="en-US" b="1" dirty="0"/>
              <a:t>I</a:t>
            </a:r>
            <a:r>
              <a:rPr lang="en-US" dirty="0"/>
              <a:t>ntelligence</a:t>
            </a: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Robots</a:t>
            </a: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Superintelligence ?</a:t>
            </a: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A7224D-BAAE-DD90-A4DB-5E79C3B98216}"/>
              </a:ext>
            </a:extLst>
          </p:cNvPr>
          <p:cNvSpPr txBox="1"/>
          <p:nvPr/>
        </p:nvSpPr>
        <p:spPr>
          <a:xfrm>
            <a:off x="1808294" y="4036687"/>
            <a:ext cx="7975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4000" dirty="0"/>
              <a:t>What’s something A.I. </a:t>
            </a:r>
            <a:r>
              <a:rPr lang="en-US" sz="4000" b="1" dirty="0"/>
              <a:t>can’t</a:t>
            </a:r>
            <a:r>
              <a:rPr lang="en-US" sz="4000" dirty="0"/>
              <a:t> do now?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CB4300-E454-9446-ED5F-4CB4EF59775E}"/>
              </a:ext>
            </a:extLst>
          </p:cNvPr>
          <p:cNvSpPr txBox="1"/>
          <p:nvPr/>
        </p:nvSpPr>
        <p:spPr>
          <a:xfrm>
            <a:off x="923377" y="5102586"/>
            <a:ext cx="10174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4000" dirty="0"/>
              <a:t>What’s something A.I. will </a:t>
            </a:r>
            <a:r>
              <a:rPr lang="en-US" sz="4000" b="1" dirty="0"/>
              <a:t>never</a:t>
            </a:r>
            <a:r>
              <a:rPr lang="en-US" sz="4000" dirty="0"/>
              <a:t> be able to do?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8487D9-97D9-337C-7210-F3D7A3B42100}"/>
              </a:ext>
            </a:extLst>
          </p:cNvPr>
          <p:cNvSpPr txBox="1"/>
          <p:nvPr/>
        </p:nvSpPr>
        <p:spPr>
          <a:xfrm>
            <a:off x="1091551" y="2855887"/>
            <a:ext cx="7059168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chemeClr val="accent1"/>
                </a:solidFill>
              </a:rPr>
              <a:t>Learning Assistance</a:t>
            </a:r>
          </a:p>
        </p:txBody>
      </p:sp>
    </p:spTree>
    <p:extLst>
      <p:ext uri="{BB962C8B-B14F-4D97-AF65-F5344CB8AC3E}">
        <p14:creationId xmlns:p14="http://schemas.microsoft.com/office/powerpoint/2010/main" val="11148240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6970D5-AFC3-79E5-2CCC-D8425A17B6E2}"/>
              </a:ext>
            </a:extLst>
          </p:cNvPr>
          <p:cNvSpPr txBox="1"/>
          <p:nvPr/>
        </p:nvSpPr>
        <p:spPr>
          <a:xfrm>
            <a:off x="405751" y="268701"/>
            <a:ext cx="705916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</a:rPr>
              <a:t>Learning Assistance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137D03-94D9-EAC4-3184-10E553F86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51" y="1143000"/>
            <a:ext cx="5568451" cy="5367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F6ED54-E1F2-E6D3-AFE2-80AD51BDAC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628"/>
          <a:stretch>
            <a:fillRect/>
          </a:stretch>
        </p:blipFill>
        <p:spPr>
          <a:xfrm>
            <a:off x="6409070" y="2020823"/>
            <a:ext cx="5312821" cy="42885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971450-2B00-E5C4-3DAC-C35BA48E8E5B}"/>
              </a:ext>
            </a:extLst>
          </p:cNvPr>
          <p:cNvSpPr txBox="1"/>
          <p:nvPr/>
        </p:nvSpPr>
        <p:spPr>
          <a:xfrm>
            <a:off x="7880191" y="1352511"/>
            <a:ext cx="3998210" cy="3416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i="1" dirty="0">
                <a:solidFill>
                  <a:schemeClr val="bg1"/>
                </a:solidFill>
              </a:rPr>
              <a:t>Teach me about quantum computing…</a:t>
            </a:r>
          </a:p>
        </p:txBody>
      </p:sp>
    </p:spTree>
    <p:extLst>
      <p:ext uri="{BB962C8B-B14F-4D97-AF65-F5344CB8AC3E}">
        <p14:creationId xmlns:p14="http://schemas.microsoft.com/office/powerpoint/2010/main" val="9552279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FE5FB-390B-0C3B-EACE-9E3B476E3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Computing</a:t>
            </a:r>
          </a:p>
        </p:txBody>
      </p:sp>
      <p:pic>
        <p:nvPicPr>
          <p:cNvPr id="2050" name="Picture 2" descr="What is quantum computing? | Google Quantum AI">
            <a:extLst>
              <a:ext uri="{FF2B5EF4-FFF2-40B4-BE49-F238E27FC236}">
                <a16:creationId xmlns:a16="http://schemas.microsoft.com/office/drawing/2014/main" id="{1D098957-1EA3-324A-74B8-44B17E6D6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63" y="1060216"/>
            <a:ext cx="3866745" cy="5155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Quantum Computing vs Classical Computing">
            <a:extLst>
              <a:ext uri="{FF2B5EF4-FFF2-40B4-BE49-F238E27FC236}">
                <a16:creationId xmlns:a16="http://schemas.microsoft.com/office/drawing/2014/main" id="{4E34CBBA-0667-EF58-503F-FAFFF8528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530" y="365125"/>
            <a:ext cx="4951126" cy="49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D3C78A-457A-C4AD-A164-05D15B3B87CE}"/>
              </a:ext>
            </a:extLst>
          </p:cNvPr>
          <p:cNvSpPr txBox="1"/>
          <p:nvPr/>
        </p:nvSpPr>
        <p:spPr>
          <a:xfrm>
            <a:off x="5248656" y="5569545"/>
            <a:ext cx="6702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Independent"/>
              </a:rPr>
              <a:t>a quantum computer with several qubits in superposition can crunch through </a:t>
            </a:r>
            <a:r>
              <a:rPr lang="en-US" b="1" i="0" dirty="0">
                <a:effectLst/>
                <a:latin typeface="Independent"/>
              </a:rPr>
              <a:t>a vast number of potential outcomes</a:t>
            </a:r>
            <a:r>
              <a:rPr lang="en-US" b="0" i="0" dirty="0">
                <a:effectLst/>
                <a:latin typeface="Independent"/>
              </a:rPr>
              <a:t> simultaneously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7B2120-67D4-0704-C7BD-FA6D47F2238A}"/>
              </a:ext>
            </a:extLst>
          </p:cNvPr>
          <p:cNvSpPr txBox="1"/>
          <p:nvPr/>
        </p:nvSpPr>
        <p:spPr>
          <a:xfrm>
            <a:off x="4078224" y="6517776"/>
            <a:ext cx="942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hlinkClick r:id="rId4"/>
              </a:rPr>
              <a:t>https://www.technologyreview.com/2019/01/29/66141/what-is-quantum-computing/</a:t>
            </a:r>
            <a:r>
              <a:rPr lang="en-US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582654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2FD37-7FC8-DC59-C293-1E3D31B01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Example: Pharmaceuticals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8FD6D-AF41-A4BA-B006-FD963585B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959" y="1832659"/>
            <a:ext cx="5055465" cy="46529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Classical computers can't precisely simulate drug molecules, so robust experimentation is still needed to screen promising drug candidates. Quantum computers are ideal for getting </a:t>
            </a:r>
            <a:r>
              <a:rPr lang="en-US" b="1" dirty="0"/>
              <a:t>precise simulations of how potential drugs interact with complex biological molecules</a:t>
            </a:r>
            <a:r>
              <a:rPr lang="en-US" dirty="0"/>
              <a:t>. This may help researchers better identify drug candidates – and ultimately improve healthcare worldwide.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5B9B1E-7194-48C8-ED73-24AB8C007B50}"/>
              </a:ext>
            </a:extLst>
          </p:cNvPr>
          <p:cNvSpPr txBox="1"/>
          <p:nvPr/>
        </p:nvSpPr>
        <p:spPr>
          <a:xfrm>
            <a:off x="0" y="6488668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hlinkClick r:id="rId2"/>
              </a:rPr>
              <a:t>https://quantumai.google/applications</a:t>
            </a:r>
            <a:endParaRPr lang="en-US" i="1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1B1A43F-F5FF-59C9-8181-0CF1A721F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524001"/>
            <a:ext cx="5559553" cy="417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95353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6CBE6-4489-4C63-56C9-D5FE39B78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61A2-C131-7808-0813-B5B94E50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Also they just look really cool</a:t>
            </a:r>
          </a:p>
        </p:txBody>
      </p:sp>
      <p:pic>
        <p:nvPicPr>
          <p:cNvPr id="7174" name="Picture 6" descr="Why Do Quantum Computers Look So Weird?">
            <a:extLst>
              <a:ext uri="{FF2B5EF4-FFF2-40B4-BE49-F238E27FC236}">
                <a16:creationId xmlns:a16="http://schemas.microsoft.com/office/drawing/2014/main" id="{09D1051E-B608-B161-7B05-F9B75E0FA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8404"/>
            <a:ext cx="6784177" cy="431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Cleveland Clinic, IBM install first health care quantum computer ...">
            <a:extLst>
              <a:ext uri="{FF2B5EF4-FFF2-40B4-BE49-F238E27FC236}">
                <a16:creationId xmlns:a16="http://schemas.microsoft.com/office/drawing/2014/main" id="{061E0A8D-2208-39ED-55B2-1584D6FE7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3669" y="0"/>
            <a:ext cx="51450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5E33BD-3A35-4C00-4E24-FE3D792D9D8A}"/>
              </a:ext>
            </a:extLst>
          </p:cNvPr>
          <p:cNvSpPr txBox="1"/>
          <p:nvPr/>
        </p:nvSpPr>
        <p:spPr>
          <a:xfrm>
            <a:off x="3952758" y="6492875"/>
            <a:ext cx="3090911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i="1" dirty="0">
                <a:solidFill>
                  <a:schemeClr val="accent1"/>
                </a:solidFill>
              </a:rPr>
              <a:t>This one is at Cleveland Clinic!</a:t>
            </a:r>
          </a:p>
        </p:txBody>
      </p:sp>
    </p:spTree>
    <p:extLst>
      <p:ext uri="{BB962C8B-B14F-4D97-AF65-F5344CB8AC3E}">
        <p14:creationId xmlns:p14="http://schemas.microsoft.com/office/powerpoint/2010/main" val="18735320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2025: The year for “hype” normalization - SmartBrief">
            <a:extLst>
              <a:ext uri="{FF2B5EF4-FFF2-40B4-BE49-F238E27FC236}">
                <a16:creationId xmlns:a16="http://schemas.microsoft.com/office/drawing/2014/main" id="{171CF744-6441-3026-7216-8C9703BC5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EE9CD0DA-F972-9755-2C53-07A7459D4C2C}"/>
              </a:ext>
            </a:extLst>
          </p:cNvPr>
          <p:cNvSpPr/>
          <p:nvPr/>
        </p:nvSpPr>
        <p:spPr>
          <a:xfrm>
            <a:off x="4678840" y="1989061"/>
            <a:ext cx="298383" cy="29838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 err="1">
              <a:solidFill>
                <a:schemeClr val="bg2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0848FEA-56F6-7135-B8FA-6EBA57CD3B70}"/>
              </a:ext>
            </a:extLst>
          </p:cNvPr>
          <p:cNvSpPr/>
          <p:nvPr/>
        </p:nvSpPr>
        <p:spPr>
          <a:xfrm>
            <a:off x="8552848" y="4244581"/>
            <a:ext cx="298383" cy="29838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 err="1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1E662A-0F5B-F0D7-1DC0-199F031D84D0}"/>
              </a:ext>
            </a:extLst>
          </p:cNvPr>
          <p:cNvSpPr txBox="1"/>
          <p:nvPr/>
        </p:nvSpPr>
        <p:spPr>
          <a:xfrm>
            <a:off x="8339663" y="64008"/>
            <a:ext cx="3852337" cy="84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5400" b="1" dirty="0">
                <a:solidFill>
                  <a:schemeClr val="accent1"/>
                </a:solidFill>
              </a:rPr>
              <a:t>HYPE CYCLE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A8E012A-3D15-0EA9-23B4-5559D3AE1147}"/>
              </a:ext>
            </a:extLst>
          </p:cNvPr>
          <p:cNvSpPr/>
          <p:nvPr/>
        </p:nvSpPr>
        <p:spPr>
          <a:xfrm>
            <a:off x="9284368" y="5981941"/>
            <a:ext cx="298383" cy="29838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 err="1">
              <a:solidFill>
                <a:schemeClr val="bg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F741E-8D2F-DD3C-4EBA-EEA0472EB28A}"/>
              </a:ext>
            </a:extLst>
          </p:cNvPr>
          <p:cNvSpPr txBox="1"/>
          <p:nvPr/>
        </p:nvSpPr>
        <p:spPr>
          <a:xfrm>
            <a:off x="9284368" y="5500126"/>
            <a:ext cx="1479892" cy="66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chemeClr val="accent5"/>
                </a:solidFill>
              </a:rPr>
              <a:t>Blockchain /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chemeClr val="accent5"/>
                </a:solidFill>
              </a:rPr>
              <a:t>        NFTs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2FECB3-05B6-DB20-BAF9-62A46FA69395}"/>
              </a:ext>
            </a:extLst>
          </p:cNvPr>
          <p:cNvSpPr txBox="1"/>
          <p:nvPr/>
        </p:nvSpPr>
        <p:spPr>
          <a:xfrm>
            <a:off x="4977223" y="1796620"/>
            <a:ext cx="678391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chemeClr val="accent1"/>
                </a:solidFill>
              </a:rPr>
              <a:t>A.I.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386AE0-B5A9-AE79-95D6-65635B0FCFF5}"/>
              </a:ext>
            </a:extLst>
          </p:cNvPr>
          <p:cNvSpPr txBox="1"/>
          <p:nvPr/>
        </p:nvSpPr>
        <p:spPr>
          <a:xfrm>
            <a:off x="8866631" y="4468496"/>
            <a:ext cx="678391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chemeClr val="accent1"/>
                </a:solidFill>
              </a:rPr>
              <a:t>A.I. ?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7E6755-4FDE-668D-2170-EF4CF43EF789}"/>
              </a:ext>
            </a:extLst>
          </p:cNvPr>
          <p:cNvSpPr/>
          <p:nvPr/>
        </p:nvSpPr>
        <p:spPr>
          <a:xfrm>
            <a:off x="2014888" y="4095389"/>
            <a:ext cx="298383" cy="29838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 err="1"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036A95-A9AB-484C-B5E2-F452F9F31A49}"/>
              </a:ext>
            </a:extLst>
          </p:cNvPr>
          <p:cNvSpPr txBox="1"/>
          <p:nvPr/>
        </p:nvSpPr>
        <p:spPr>
          <a:xfrm>
            <a:off x="2360725" y="4126864"/>
            <a:ext cx="2321469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chemeClr val="accent4"/>
                </a:solidFill>
              </a:rPr>
              <a:t>Quantum Computing</a:t>
            </a:r>
          </a:p>
        </p:txBody>
      </p:sp>
      <p:pic>
        <p:nvPicPr>
          <p:cNvPr id="8200" name="Picture 8" descr="How Fashion NFTs Fizzled | BoF">
            <a:extLst>
              <a:ext uri="{FF2B5EF4-FFF2-40B4-BE49-F238E27FC236}">
                <a16:creationId xmlns:a16="http://schemas.microsoft.com/office/drawing/2014/main" id="{EF149083-1143-85A5-2AD5-9ED43CE0E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17" y="5149215"/>
            <a:ext cx="1027009" cy="1540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970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/>
      <p:bldP spid="7" grpId="0"/>
      <p:bldP spid="8" grpId="0"/>
      <p:bldP spid="9" grpId="0" animBg="1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A2F59A-B035-4954-8B7C-B16B7BA06A03}"/>
              </a:ext>
            </a:extLst>
          </p:cNvPr>
          <p:cNvSpPr txBox="1"/>
          <p:nvPr/>
        </p:nvSpPr>
        <p:spPr>
          <a:xfrm>
            <a:off x="890891" y="621453"/>
            <a:ext cx="10044317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733" b="1" kern="0" dirty="0">
                <a:solidFill>
                  <a:srgbClr val="000000"/>
                </a:solidFill>
                <a:latin typeface="+mj-lt"/>
                <a:sym typeface="Krona One"/>
              </a:rPr>
              <a:t>MORE TECHNOLOGIES!</a:t>
            </a:r>
            <a:endParaRPr lang="en-US" sz="2400" dirty="0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F33C5D-1B8E-4289-A356-F7CF27CE808E}"/>
              </a:ext>
            </a:extLst>
          </p:cNvPr>
          <p:cNvSpPr/>
          <p:nvPr/>
        </p:nvSpPr>
        <p:spPr>
          <a:xfrm>
            <a:off x="826883" y="2171510"/>
            <a:ext cx="4894908" cy="19434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u="sng" dirty="0">
                <a:solidFill>
                  <a:schemeClr val="bg2"/>
                </a:solidFill>
                <a:cs typeface="Miriam Libre" panose="00000500000000000000" pitchFamily="2" charset="-79"/>
              </a:rPr>
              <a:t>Emerging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cs typeface="Miriam Libre" panose="00000500000000000000" pitchFamily="2" charset="-79"/>
              </a:rPr>
              <a:t>Must </a:t>
            </a:r>
            <a:r>
              <a:rPr lang="en-US" sz="2400" b="1" dirty="0">
                <a:solidFill>
                  <a:schemeClr val="bg2"/>
                </a:solidFill>
                <a:cs typeface="Miriam Libre" panose="00000500000000000000" pitchFamily="2" charset="-79"/>
              </a:rPr>
              <a:t>exist</a:t>
            </a:r>
            <a:r>
              <a:rPr lang="en-US" sz="2400" dirty="0">
                <a:solidFill>
                  <a:schemeClr val="bg2"/>
                </a:solidFill>
                <a:cs typeface="Miriam Libre" panose="00000500000000000000" pitchFamily="2" charset="-79"/>
              </a:rPr>
              <a:t> in some way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cs typeface="Miriam Libre" panose="00000500000000000000" pitchFamily="2" charset="-79"/>
              </a:rPr>
              <a:t>Must </a:t>
            </a:r>
            <a:r>
              <a:rPr lang="en-US" sz="2400" b="1" dirty="0">
                <a:solidFill>
                  <a:schemeClr val="bg2"/>
                </a:solidFill>
                <a:cs typeface="Miriam Libre" panose="00000500000000000000" pitchFamily="2" charset="-79"/>
              </a:rPr>
              <a:t>not</a:t>
            </a:r>
            <a:r>
              <a:rPr lang="en-US" sz="2400" dirty="0">
                <a:solidFill>
                  <a:schemeClr val="bg2"/>
                </a:solidFill>
                <a:cs typeface="Miriam Libre" panose="00000500000000000000" pitchFamily="2" charset="-79"/>
              </a:rPr>
              <a:t> be “mainstream”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/>
                </a:solidFill>
                <a:cs typeface="Miriam Libre" panose="00000500000000000000" pitchFamily="2" charset="-79"/>
              </a:rPr>
              <a:t>Phases</a:t>
            </a:r>
            <a:r>
              <a:rPr lang="en-US" sz="2400" dirty="0">
                <a:solidFill>
                  <a:schemeClr val="bg2"/>
                </a:solidFill>
                <a:cs typeface="Miriam Libre" panose="00000500000000000000" pitchFamily="2" charset="-79"/>
              </a:rPr>
              <a:t>: research, prototype, development, diffusion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1723A2-51E2-4CF7-BA29-EE840723970F}"/>
              </a:ext>
            </a:extLst>
          </p:cNvPr>
          <p:cNvSpPr/>
          <p:nvPr/>
        </p:nvSpPr>
        <p:spPr>
          <a:xfrm>
            <a:off x="826883" y="4407407"/>
            <a:ext cx="4894908" cy="156788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67" b="1" dirty="0">
                <a:solidFill>
                  <a:schemeClr val="tx1"/>
                </a:solidFill>
                <a:cs typeface="Miriam Libre" panose="00000500000000000000" pitchFamily="2" charset="-79"/>
              </a:rPr>
              <a:t>Examples</a:t>
            </a:r>
          </a:p>
          <a:p>
            <a:pPr algn="ctr"/>
            <a:endParaRPr lang="en-US" sz="2133" dirty="0">
              <a:solidFill>
                <a:schemeClr val="tx1"/>
              </a:solidFill>
              <a:cs typeface="Miriam Libre" panose="00000500000000000000" pitchFamily="2" charset="-79"/>
            </a:endParaRPr>
          </a:p>
          <a:p>
            <a:pPr algn="ctr"/>
            <a:r>
              <a:rPr lang="en-US" sz="2133" dirty="0">
                <a:solidFill>
                  <a:schemeClr val="tx1"/>
                </a:solidFill>
                <a:cs typeface="Miriam Libre" panose="00000500000000000000" pitchFamily="2" charset="-79"/>
              </a:rPr>
              <a:t>self-driving car … VR/AR … androids …</a:t>
            </a:r>
          </a:p>
          <a:p>
            <a:pPr algn="ctr"/>
            <a:r>
              <a:rPr lang="en-US" sz="2133" dirty="0">
                <a:solidFill>
                  <a:schemeClr val="tx1"/>
                </a:solidFill>
                <a:cs typeface="Miriam Libre" panose="00000500000000000000" pitchFamily="2" charset="-79"/>
              </a:rPr>
              <a:t>brain-computer interface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513739-481B-4E84-83AC-66D9D798F0FE}"/>
              </a:ext>
            </a:extLst>
          </p:cNvPr>
          <p:cNvSpPr txBox="1"/>
          <p:nvPr/>
        </p:nvSpPr>
        <p:spPr>
          <a:xfrm>
            <a:off x="6470212" y="2171510"/>
            <a:ext cx="496846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  <a:defRPr/>
            </a:pPr>
            <a:r>
              <a:rPr lang="en-US" sz="3200" u="sng" kern="0" dirty="0">
                <a:solidFill>
                  <a:schemeClr val="bg2"/>
                </a:solidFill>
                <a:cs typeface="Miriam Libre" panose="00000500000000000000" pitchFamily="2" charset="-79"/>
                <a:sym typeface="Arial"/>
              </a:rPr>
              <a:t>Hypothetical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solidFill>
                  <a:schemeClr val="bg2"/>
                </a:solidFill>
                <a:cs typeface="Miriam Libre" panose="00000500000000000000" pitchFamily="2" charset="-79"/>
                <a:sym typeface="Arial"/>
              </a:rPr>
              <a:t>Must </a:t>
            </a:r>
            <a:r>
              <a:rPr lang="en-US" sz="2400" b="1" kern="0" dirty="0">
                <a:solidFill>
                  <a:schemeClr val="bg2"/>
                </a:solidFill>
                <a:cs typeface="Miriam Libre" panose="00000500000000000000" pitchFamily="2" charset="-79"/>
                <a:sym typeface="Arial"/>
              </a:rPr>
              <a:t>not exist</a:t>
            </a:r>
            <a:r>
              <a:rPr lang="en-US" sz="2400" kern="0" dirty="0">
                <a:solidFill>
                  <a:schemeClr val="bg2"/>
                </a:solidFill>
                <a:cs typeface="Miriam Libre" panose="00000500000000000000" pitchFamily="2" charset="-79"/>
                <a:sym typeface="Arial"/>
              </a:rPr>
              <a:t> at all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bg2"/>
                </a:solidFill>
                <a:cs typeface="Miriam Libre" panose="00000500000000000000" pitchFamily="2" charset="-79"/>
              </a:rPr>
              <a:t>Often the subject of </a:t>
            </a:r>
            <a:r>
              <a:rPr lang="en-US" sz="2400" b="1" dirty="0">
                <a:solidFill>
                  <a:schemeClr val="bg2"/>
                </a:solidFill>
                <a:cs typeface="Miriam Libre" panose="00000500000000000000" pitchFamily="2" charset="-79"/>
              </a:rPr>
              <a:t>science fiction</a:t>
            </a:r>
            <a:r>
              <a:rPr lang="en-US" sz="2400" dirty="0">
                <a:solidFill>
                  <a:schemeClr val="bg2"/>
                </a:solidFill>
                <a:cs typeface="Miriam Libre" panose="00000500000000000000" pitchFamily="2" charset="-79"/>
              </a:rPr>
              <a:t> books/movies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2400" b="1" kern="0" dirty="0">
                <a:solidFill>
                  <a:schemeClr val="bg2"/>
                </a:solidFill>
                <a:cs typeface="Miriam Libre" panose="00000500000000000000" pitchFamily="2" charset="-79"/>
                <a:sym typeface="Arial"/>
              </a:rPr>
              <a:t>Might</a:t>
            </a:r>
            <a:r>
              <a:rPr lang="en-US" sz="2400" kern="0" dirty="0">
                <a:solidFill>
                  <a:schemeClr val="bg2"/>
                </a:solidFill>
                <a:cs typeface="Miriam Libre" panose="00000500000000000000" pitchFamily="2" charset="-79"/>
                <a:sym typeface="Arial"/>
              </a:rPr>
              <a:t> exist in the future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13D592-8E28-4C8A-ABBD-E83D90669081}"/>
              </a:ext>
            </a:extLst>
          </p:cNvPr>
          <p:cNvSpPr/>
          <p:nvPr/>
        </p:nvSpPr>
        <p:spPr>
          <a:xfrm>
            <a:off x="6602995" y="4407407"/>
            <a:ext cx="4659516" cy="1567879"/>
          </a:xfrm>
          <a:prstGeom prst="rect">
            <a:avLst/>
          </a:prstGeom>
          <a:solidFill>
            <a:schemeClr val="accent4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67" b="1" dirty="0">
                <a:solidFill>
                  <a:schemeClr val="bg2"/>
                </a:solidFill>
                <a:cs typeface="Miriam Libre" panose="00000500000000000000" pitchFamily="2" charset="-79"/>
              </a:rPr>
              <a:t>Examples</a:t>
            </a:r>
          </a:p>
          <a:p>
            <a:pPr algn="ctr"/>
            <a:endParaRPr lang="en-US" sz="2133" dirty="0">
              <a:solidFill>
                <a:schemeClr val="bg2"/>
              </a:solidFill>
              <a:cs typeface="Miriam Libre" panose="00000500000000000000" pitchFamily="2" charset="-79"/>
            </a:endParaRPr>
          </a:p>
          <a:p>
            <a:pPr algn="ctr"/>
            <a:r>
              <a:rPr lang="en-US" sz="2133" dirty="0">
                <a:solidFill>
                  <a:schemeClr val="bg2"/>
                </a:solidFill>
                <a:cs typeface="Miriam Libre" panose="00000500000000000000" pitchFamily="2" charset="-79"/>
              </a:rPr>
              <a:t>time machine … teleporter …</a:t>
            </a:r>
          </a:p>
          <a:p>
            <a:pPr algn="ctr"/>
            <a:r>
              <a:rPr lang="en-US" sz="2133" dirty="0">
                <a:solidFill>
                  <a:schemeClr val="bg2"/>
                </a:solidFill>
                <a:cs typeface="Miriam Libre" panose="00000500000000000000" pitchFamily="2" charset="-79"/>
              </a:rPr>
              <a:t>water-fueled car … immortality</a:t>
            </a:r>
          </a:p>
        </p:txBody>
      </p:sp>
    </p:spTree>
    <p:extLst>
      <p:ext uri="{BB962C8B-B14F-4D97-AF65-F5344CB8AC3E}">
        <p14:creationId xmlns:p14="http://schemas.microsoft.com/office/powerpoint/2010/main" val="522181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BF82FC5-00DF-12C4-292D-9FA2BE39B833}"/>
              </a:ext>
            </a:extLst>
          </p:cNvPr>
          <p:cNvSpPr txBox="1"/>
          <p:nvPr/>
        </p:nvSpPr>
        <p:spPr>
          <a:xfrm>
            <a:off x="3073537" y="5806440"/>
            <a:ext cx="6044925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MEGASTRUCTURES</a:t>
            </a:r>
          </a:p>
        </p:txBody>
      </p:sp>
    </p:spTree>
    <p:extLst>
      <p:ext uri="{BB962C8B-B14F-4D97-AF65-F5344CB8AC3E}">
        <p14:creationId xmlns:p14="http://schemas.microsoft.com/office/powerpoint/2010/main" val="362534738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EA092-FAAF-A14C-113F-737B34895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A9DE6C0-C592-42AD-9BC5-C2F037535BBF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ARTIFICIAL GENERAL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313023559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72F1B-2CD5-24A3-54ED-700EAC042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0B25A14-264F-1574-D076-608068A76EF8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AGELESSNESS</a:t>
            </a:r>
          </a:p>
        </p:txBody>
      </p:sp>
    </p:spTree>
    <p:extLst>
      <p:ext uri="{BB962C8B-B14F-4D97-AF65-F5344CB8AC3E}">
        <p14:creationId xmlns:p14="http://schemas.microsoft.com/office/powerpoint/2010/main" val="319108198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72B0E-C63E-6170-626F-041C5DF61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2754778-DECB-35EC-51E7-755178971278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MOLECULAR ELECTRONICS</a:t>
            </a:r>
          </a:p>
        </p:txBody>
      </p:sp>
    </p:spTree>
    <p:extLst>
      <p:ext uri="{BB962C8B-B14F-4D97-AF65-F5344CB8AC3E}">
        <p14:creationId xmlns:p14="http://schemas.microsoft.com/office/powerpoint/2010/main" val="115482570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3EF3B-1176-BCE7-8BF1-CD1765274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87AC7C1-8031-EDD2-6CBA-6D2895BD8C75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DNA DIGITAL STORAGE</a:t>
            </a:r>
          </a:p>
        </p:txBody>
      </p:sp>
    </p:spTree>
    <p:extLst>
      <p:ext uri="{BB962C8B-B14F-4D97-AF65-F5344CB8AC3E}">
        <p14:creationId xmlns:p14="http://schemas.microsoft.com/office/powerpoint/2010/main" val="288101957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E5462-F1C1-5A48-A294-26C8731F4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61AB82A-54DC-F6C9-5891-69C705121A83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E-TEXTILES</a:t>
            </a:r>
          </a:p>
        </p:txBody>
      </p:sp>
    </p:spTree>
    <p:extLst>
      <p:ext uri="{BB962C8B-B14F-4D97-AF65-F5344CB8AC3E}">
        <p14:creationId xmlns:p14="http://schemas.microsoft.com/office/powerpoint/2010/main" val="391925900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7ACBC-6060-9A56-0AA4-B8046320B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225850D-3290-1041-1286-702C843F0F10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SYNTHETIC MEDIA</a:t>
            </a:r>
          </a:p>
        </p:txBody>
      </p:sp>
    </p:spTree>
    <p:extLst>
      <p:ext uri="{BB962C8B-B14F-4D97-AF65-F5344CB8AC3E}">
        <p14:creationId xmlns:p14="http://schemas.microsoft.com/office/powerpoint/2010/main" val="128267328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8E76C-BA1B-FCEE-CB0D-EB49FA15B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2A5F24D-FB15-94D7-1A8D-CE7A0B559CFD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SLOP</a:t>
            </a:r>
          </a:p>
        </p:txBody>
      </p:sp>
    </p:spTree>
    <p:extLst>
      <p:ext uri="{BB962C8B-B14F-4D97-AF65-F5344CB8AC3E}">
        <p14:creationId xmlns:p14="http://schemas.microsoft.com/office/powerpoint/2010/main" val="1266961839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DE69F-F6C8-AD4F-A676-1B50F2BB3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E3C0E37-378E-78EB-C0A0-C77C4E41B4AB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4D PRINTING</a:t>
            </a:r>
          </a:p>
        </p:txBody>
      </p:sp>
    </p:spTree>
    <p:extLst>
      <p:ext uri="{BB962C8B-B14F-4D97-AF65-F5344CB8AC3E}">
        <p14:creationId xmlns:p14="http://schemas.microsoft.com/office/powerpoint/2010/main" val="206335009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BF777-303F-67B4-9D2F-D22E9FDC9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12033AF-0EBA-D3ED-EEE3-3C1D54C9DD76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ARTIFICIAL BRAIN</a:t>
            </a:r>
          </a:p>
        </p:txBody>
      </p:sp>
    </p:spTree>
    <p:extLst>
      <p:ext uri="{BB962C8B-B14F-4D97-AF65-F5344CB8AC3E}">
        <p14:creationId xmlns:p14="http://schemas.microsoft.com/office/powerpoint/2010/main" val="2059027899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1F3B7-2560-1738-E94B-8FD7F5E7A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A228F75-020F-E657-F104-494A9899DA74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BRAIN-COMPUTER INTERFACE</a:t>
            </a:r>
          </a:p>
        </p:txBody>
      </p:sp>
    </p:spTree>
    <p:extLst>
      <p:ext uri="{BB962C8B-B14F-4D97-AF65-F5344CB8AC3E}">
        <p14:creationId xmlns:p14="http://schemas.microsoft.com/office/powerpoint/2010/main" val="353969531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B2EA0-1F5E-A5FA-33FC-74942E6A3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7D83920-5ADB-7163-210A-1A1EC11ABF88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WETWARE COMPUTER</a:t>
            </a:r>
          </a:p>
        </p:txBody>
      </p:sp>
    </p:spTree>
    <p:extLst>
      <p:ext uri="{BB962C8B-B14F-4D97-AF65-F5344CB8AC3E}">
        <p14:creationId xmlns:p14="http://schemas.microsoft.com/office/powerpoint/2010/main" val="3121522291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B2943-3A8A-432B-CF75-05A63262C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6D8E165-756C-C592-BA62-8F5E41C8EFEB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SPACE TRAVEL / COLONIZATION</a:t>
            </a:r>
          </a:p>
        </p:txBody>
      </p:sp>
    </p:spTree>
    <p:extLst>
      <p:ext uri="{BB962C8B-B14F-4D97-AF65-F5344CB8AC3E}">
        <p14:creationId xmlns:p14="http://schemas.microsoft.com/office/powerpoint/2010/main" val="1846355726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7B24E-3F23-6C94-E321-F76073018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6ACBECB-5968-CFDD-19F7-C2E76DA8D17C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GASTROBOT</a:t>
            </a:r>
          </a:p>
        </p:txBody>
      </p:sp>
    </p:spTree>
    <p:extLst>
      <p:ext uri="{BB962C8B-B14F-4D97-AF65-F5344CB8AC3E}">
        <p14:creationId xmlns:p14="http://schemas.microsoft.com/office/powerpoint/2010/main" val="2161186492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C99E7-0DF0-21A2-B167-0E121EADD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005CD40-86E2-B48F-3F84-D1E3165B7737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ANDROID</a:t>
            </a:r>
          </a:p>
        </p:txBody>
      </p:sp>
    </p:spTree>
    <p:extLst>
      <p:ext uri="{BB962C8B-B14F-4D97-AF65-F5344CB8AC3E}">
        <p14:creationId xmlns:p14="http://schemas.microsoft.com/office/powerpoint/2010/main" val="3936011570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E8C5D-3088-881D-2A8E-ACDB3EDB2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F0D195E-76BE-3621-FE6A-50753FFC902E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SELF-DRIVING CARS</a:t>
            </a:r>
          </a:p>
        </p:txBody>
      </p:sp>
    </p:spTree>
    <p:extLst>
      <p:ext uri="{BB962C8B-B14F-4D97-AF65-F5344CB8AC3E}">
        <p14:creationId xmlns:p14="http://schemas.microsoft.com/office/powerpoint/2010/main" val="70048262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5FEAB-0CD9-DDFA-CD60-FB7F7857E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716D41A-C955-68A2-B69D-61ECAE8CDE2A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VIRTUAL / AUGMENTED REALITY</a:t>
            </a:r>
          </a:p>
        </p:txBody>
      </p:sp>
    </p:spTree>
    <p:extLst>
      <p:ext uri="{BB962C8B-B14F-4D97-AF65-F5344CB8AC3E}">
        <p14:creationId xmlns:p14="http://schemas.microsoft.com/office/powerpoint/2010/main" val="668253391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540C3E-6FE0-68C6-653C-7EC2FA23F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Why learn about any of this?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DE929-634D-3719-BA3A-E70FEAF72E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You, right now, maybe</a:t>
            </a:r>
          </a:p>
        </p:txBody>
      </p:sp>
    </p:spTree>
    <p:extLst>
      <p:ext uri="{BB962C8B-B14F-4D97-AF65-F5344CB8AC3E}">
        <p14:creationId xmlns:p14="http://schemas.microsoft.com/office/powerpoint/2010/main" val="946670047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ED7F51-20F0-6108-EFBA-3EB3B2E72C68}"/>
              </a:ext>
            </a:extLst>
          </p:cNvPr>
          <p:cNvSpPr txBox="1"/>
          <p:nvPr/>
        </p:nvSpPr>
        <p:spPr>
          <a:xfrm>
            <a:off x="1823836" y="2004764"/>
            <a:ext cx="8544327" cy="28484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19900" b="1" dirty="0">
                <a:solidFill>
                  <a:schemeClr val="bg2"/>
                </a:solidFill>
              </a:rPr>
              <a:t>Society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37A953-0303-6A77-63B9-6F344C1834DF}"/>
              </a:ext>
            </a:extLst>
          </p:cNvPr>
          <p:cNvSpPr txBox="1"/>
          <p:nvPr/>
        </p:nvSpPr>
        <p:spPr>
          <a:xfrm>
            <a:off x="6932645" y="5915608"/>
            <a:ext cx="3230372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i="1" dirty="0">
                <a:solidFill>
                  <a:schemeClr val="bg2"/>
                </a:solidFill>
              </a:rPr>
              <a:t>lowkey </a:t>
            </a:r>
            <a:r>
              <a:rPr lang="en-US" i="1" dirty="0" err="1">
                <a:solidFill>
                  <a:schemeClr val="bg2"/>
                </a:solidFill>
              </a:rPr>
              <a:t>kinda</a:t>
            </a:r>
            <a:r>
              <a:rPr lang="en-US" i="1" dirty="0">
                <a:solidFill>
                  <a:schemeClr val="bg2"/>
                </a:solidFill>
              </a:rPr>
              <a:t> crumbling atm </a:t>
            </a:r>
            <a:r>
              <a:rPr lang="en-US" i="1" dirty="0" err="1">
                <a:solidFill>
                  <a:schemeClr val="bg2"/>
                </a:solidFill>
              </a:rPr>
              <a:t>tbh</a:t>
            </a:r>
            <a:endParaRPr lang="en-US" i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4917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7C9A5E-EE7F-2495-4274-729BF614ABC9}"/>
              </a:ext>
            </a:extLst>
          </p:cNvPr>
          <p:cNvSpPr txBox="1"/>
          <p:nvPr/>
        </p:nvSpPr>
        <p:spPr>
          <a:xfrm>
            <a:off x="2586065" y="2004764"/>
            <a:ext cx="7019870" cy="28484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19900" b="1" dirty="0">
                <a:solidFill>
                  <a:schemeClr val="accent1"/>
                </a:solidFill>
              </a:rPr>
              <a:t>Chaos</a:t>
            </a:r>
          </a:p>
        </p:txBody>
      </p:sp>
    </p:spTree>
    <p:extLst>
      <p:ext uri="{BB962C8B-B14F-4D97-AF65-F5344CB8AC3E}">
        <p14:creationId xmlns:p14="http://schemas.microsoft.com/office/powerpoint/2010/main" val="1477049248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26DC9-39D2-8FB1-B19E-83D653AC3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ADBF39-B900-7BE1-FEE7-1762C4CE634D}"/>
              </a:ext>
            </a:extLst>
          </p:cNvPr>
          <p:cNvSpPr/>
          <p:nvPr/>
        </p:nvSpPr>
        <p:spPr>
          <a:xfrm>
            <a:off x="0" y="0"/>
            <a:ext cx="63436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 err="1">
              <a:solidFill>
                <a:schemeClr val="bg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65684C-9EC1-EABE-C29B-0DCDD02A7BDA}"/>
              </a:ext>
            </a:extLst>
          </p:cNvPr>
          <p:cNvSpPr/>
          <p:nvPr/>
        </p:nvSpPr>
        <p:spPr>
          <a:xfrm>
            <a:off x="6281738" y="0"/>
            <a:ext cx="591026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 err="1">
              <a:solidFill>
                <a:schemeClr val="bg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B8FE8A-7D0F-8786-36B1-091914792E5D}"/>
              </a:ext>
            </a:extLst>
          </p:cNvPr>
          <p:cNvSpPr txBox="1"/>
          <p:nvPr/>
        </p:nvSpPr>
        <p:spPr>
          <a:xfrm>
            <a:off x="0" y="2004764"/>
            <a:ext cx="12192000" cy="2848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19900" b="1" spc="-1400" dirty="0">
                <a:solidFill>
                  <a:schemeClr val="bg2"/>
                </a:solidFill>
              </a:rPr>
              <a:t>Oppor</a:t>
            </a:r>
            <a:r>
              <a:rPr lang="en-US" sz="19900" b="1" spc="-1400" dirty="0">
                <a:solidFill>
                  <a:schemeClr val="accent1"/>
                </a:solidFill>
              </a:rPr>
              <a:t>tunity</a:t>
            </a:r>
          </a:p>
        </p:txBody>
      </p:sp>
    </p:spTree>
    <p:extLst>
      <p:ext uri="{BB962C8B-B14F-4D97-AF65-F5344CB8AC3E}">
        <p14:creationId xmlns:p14="http://schemas.microsoft.com/office/powerpoint/2010/main" val="3990297486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Oh God, the Economy! : r/collapse">
            <a:extLst>
              <a:ext uri="{FF2B5EF4-FFF2-40B4-BE49-F238E27FC236}">
                <a16:creationId xmlns:a16="http://schemas.microsoft.com/office/drawing/2014/main" id="{85E96070-D6FE-E57D-D5CA-B87BD46EB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47662"/>
            <a:ext cx="6096000" cy="616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E5F0EA-980E-6E16-D712-C446FC3D5D9A}"/>
              </a:ext>
            </a:extLst>
          </p:cNvPr>
          <p:cNvSpPr txBox="1"/>
          <p:nvPr/>
        </p:nvSpPr>
        <p:spPr>
          <a:xfrm>
            <a:off x="7010400" y="2381020"/>
            <a:ext cx="4012637" cy="2095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2"/>
                </a:solidFill>
              </a:rPr>
              <a:t>Climate Change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2"/>
                </a:solidFill>
              </a:rPr>
              <a:t>Global Political Unrest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2"/>
                </a:solidFill>
              </a:rPr>
              <a:t>Industrial Disruption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2"/>
                </a:solidFill>
              </a:rPr>
              <a:t>Tech Layoffs</a:t>
            </a:r>
          </a:p>
        </p:txBody>
      </p:sp>
    </p:spTree>
    <p:extLst>
      <p:ext uri="{BB962C8B-B14F-4D97-AF65-F5344CB8AC3E}">
        <p14:creationId xmlns:p14="http://schemas.microsoft.com/office/powerpoint/2010/main" val="42774652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53A25470-A043-DE7B-D5BD-40AB07A9E59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6596" b="6596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93862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02FC55-F627-3276-C16F-7F1459660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7797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23821F-1E8B-B8EB-4D88-3EDF129240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167"/>
          <a:stretch>
            <a:fillRect/>
          </a:stretch>
        </p:blipFill>
        <p:spPr>
          <a:xfrm>
            <a:off x="2305050" y="4906474"/>
            <a:ext cx="7953563" cy="16086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CE1000-C29A-9C55-32E4-62C31B79F9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34" t="94167" r="25630" b="1201"/>
          <a:stretch>
            <a:fillRect/>
          </a:stretch>
        </p:blipFill>
        <p:spPr>
          <a:xfrm>
            <a:off x="2305050" y="2106125"/>
            <a:ext cx="8437289" cy="190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0D7C77-BB70-2E3A-7D27-17E75F4F9191}"/>
              </a:ext>
            </a:extLst>
          </p:cNvPr>
          <p:cNvSpPr txBox="1"/>
          <p:nvPr/>
        </p:nvSpPr>
        <p:spPr>
          <a:xfrm>
            <a:off x="2905125" y="901321"/>
            <a:ext cx="8129148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</a:rPr>
              <a:t>51 – 4 = 47 MILLION  DOLLARS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CAFF88-E1CA-7E58-40D9-4CB56AB9527C}"/>
              </a:ext>
            </a:extLst>
          </p:cNvPr>
          <p:cNvSpPr/>
          <p:nvPr/>
        </p:nvSpPr>
        <p:spPr>
          <a:xfrm>
            <a:off x="95239" y="2638425"/>
            <a:ext cx="1466861" cy="27622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 err="1">
              <a:solidFill>
                <a:schemeClr val="bg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4B0A47-A963-1274-C811-0F9F17B756A6}"/>
              </a:ext>
            </a:extLst>
          </p:cNvPr>
          <p:cNvSpPr/>
          <p:nvPr/>
        </p:nvSpPr>
        <p:spPr>
          <a:xfrm>
            <a:off x="95240" y="2920512"/>
            <a:ext cx="1466860" cy="27622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 err="1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37A661-694F-9A70-EF18-46B5D9DC8132}"/>
              </a:ext>
            </a:extLst>
          </p:cNvPr>
          <p:cNvSpPr/>
          <p:nvPr/>
        </p:nvSpPr>
        <p:spPr>
          <a:xfrm>
            <a:off x="95239" y="3776663"/>
            <a:ext cx="1466859" cy="27622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 err="1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E0DAF5-7E1E-8C4A-C238-AAE876D3690C}"/>
              </a:ext>
            </a:extLst>
          </p:cNvPr>
          <p:cNvSpPr/>
          <p:nvPr/>
        </p:nvSpPr>
        <p:spPr>
          <a:xfrm>
            <a:off x="95239" y="5132875"/>
            <a:ext cx="1428757" cy="12492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 err="1">
              <a:solidFill>
                <a:schemeClr val="bg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E9D106-B5C7-F95C-F65E-2FCD3F52DF20}"/>
              </a:ext>
            </a:extLst>
          </p:cNvPr>
          <p:cNvSpPr/>
          <p:nvPr/>
        </p:nvSpPr>
        <p:spPr>
          <a:xfrm>
            <a:off x="95239" y="5414961"/>
            <a:ext cx="1466859" cy="24563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 err="1">
              <a:solidFill>
                <a:schemeClr val="bg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B75677-3968-444E-352A-334939D91262}"/>
              </a:ext>
            </a:extLst>
          </p:cNvPr>
          <p:cNvSpPr/>
          <p:nvPr/>
        </p:nvSpPr>
        <p:spPr>
          <a:xfrm>
            <a:off x="95239" y="5697050"/>
            <a:ext cx="1485903" cy="13756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 err="1">
              <a:solidFill>
                <a:schemeClr val="bg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ED6A2A-3F8A-E680-052C-1BF7E7E8B3AD}"/>
              </a:ext>
            </a:extLst>
          </p:cNvPr>
          <p:cNvSpPr/>
          <p:nvPr/>
        </p:nvSpPr>
        <p:spPr>
          <a:xfrm>
            <a:off x="38092" y="6463812"/>
            <a:ext cx="1485904" cy="35773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 err="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6375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B22A-EC85-F176-4C9D-B02049656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DEAB5-C584-6074-9CA2-F2D3C838F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You can just do things">
            <a:extLst>
              <a:ext uri="{FF2B5EF4-FFF2-40B4-BE49-F238E27FC236}">
                <a16:creationId xmlns:a16="http://schemas.microsoft.com/office/drawing/2014/main" id="{A1E52498-5A98-6094-C969-3BC3AD6A6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28625"/>
            <a:ext cx="11430000" cy="600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185363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36DB5-099A-E435-C950-4A2B56FBF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11C3E-8AC5-091D-1663-92D151A05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You Can Just Do Things is the most important philosophy of our era | Jason  Levin ✏️ | 10 comments">
            <a:extLst>
              <a:ext uri="{FF2B5EF4-FFF2-40B4-BE49-F238E27FC236}">
                <a16:creationId xmlns:a16="http://schemas.microsoft.com/office/drawing/2014/main" id="{3C075B2C-94D2-05F0-49B8-AD4374F8B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75" y="0"/>
            <a:ext cx="72564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0341427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B4D284-DEB8-219E-984C-4F6B7E049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03" y="1538023"/>
            <a:ext cx="10164594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222491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DAC0D-140D-34C0-58AF-3DCDF1F5D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BBA9DF-9EBE-328A-3520-49E432B314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can I learn about any of this?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DFF2D-C68F-7263-3142-6771E5E89B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You, right now, maybe</a:t>
            </a:r>
          </a:p>
        </p:txBody>
      </p:sp>
    </p:spTree>
    <p:extLst>
      <p:ext uri="{BB962C8B-B14F-4D97-AF65-F5344CB8AC3E}">
        <p14:creationId xmlns:p14="http://schemas.microsoft.com/office/powerpoint/2010/main" val="567434936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63000D-6883-C673-7BF4-E3FC577A65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Wikipedia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A67BD-060B-C2C1-48AF-6238578937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Microsoft Copilot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BA7EC3-D743-11EB-B6F2-E940C8AA5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LEARNING PATHWAYS: Try Both!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9FD3DEF-5ED9-6CAF-1627-13E1815771D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9956" y="2490787"/>
            <a:ext cx="4600575" cy="36195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F181578-5317-184C-550C-4995F069462E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7090569" y="2422525"/>
            <a:ext cx="3756025" cy="375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755677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C62E3-E5FF-1DA7-6842-BD4C5E504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nline Media 4" title="Wikipedia: Getting to Philosophy #wikipedia">
            <a:hlinkClick r:id="" action="ppaction://media"/>
            <a:extLst>
              <a:ext uri="{FF2B5EF4-FFF2-40B4-BE49-F238E27FC236}">
                <a16:creationId xmlns:a16="http://schemas.microsoft.com/office/drawing/2014/main" id="{FBD260B1-32FB-A2E1-CB07-912D21B35F2C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03430" y="1835248"/>
            <a:ext cx="8083550" cy="456723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0624F31-0F37-9DE4-5331-5161C467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Wikipedia: Philosophy &amp; </a:t>
            </a:r>
            <a:r>
              <a:rPr lang="en-US" dirty="0" err="1"/>
              <a:t>Wikiracing</a:t>
            </a:r>
            <a:endParaRPr lang="en-US" dirty="0"/>
          </a:p>
        </p:txBody>
      </p:sp>
      <p:pic>
        <p:nvPicPr>
          <p:cNvPr id="8" name="Online Media 7" title="Wikipedia Speedrun">
            <a:hlinkClick r:id="" action="ppaction://media"/>
            <a:extLst>
              <a:ext uri="{FF2B5EF4-FFF2-40B4-BE49-F238E27FC236}">
                <a16:creationId xmlns:a16="http://schemas.microsoft.com/office/drawing/2014/main" id="{F662EB5B-2D95-ED4C-070F-F0381D7C1AA1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8477736" y="0"/>
            <a:ext cx="38750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670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59710-3FB5-330B-6E73-90A8189FE4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 FOR A WIKIRACE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9D1EB-33B2-0254-B5CC-16FCDBAC08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68A17-BDC0-BA43-F3E8-7D5F0ED951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537657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D08E0-33C1-B066-02E1-CC63CF7D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980D78-AECF-AFDF-F61D-04A34CDEA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5400" dirty="0"/>
              <a:t>Go to </a:t>
            </a:r>
            <a:r>
              <a:rPr lang="en-US" sz="5400" dirty="0">
                <a:hlinkClick r:id="rId2"/>
              </a:rPr>
              <a:t>copilot.microsoft.com</a:t>
            </a:r>
            <a:endParaRPr lang="en-US" sz="5400" dirty="0"/>
          </a:p>
          <a:p>
            <a:r>
              <a:rPr lang="en-US" sz="5400" dirty="0"/>
              <a:t>Choose a topic</a:t>
            </a:r>
          </a:p>
          <a:p>
            <a:r>
              <a:rPr lang="en-US" sz="5400" dirty="0"/>
              <a:t>Tell Copilot to explain your topic like you’re five years old</a:t>
            </a:r>
          </a:p>
          <a:p>
            <a:r>
              <a:rPr lang="en-US" sz="5400" dirty="0"/>
              <a:t>Quiz yourself!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399F0B-36FF-1C5D-B795-D48FDD544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Copilot: Learning &amp; Quizzing</a:t>
            </a:r>
          </a:p>
        </p:txBody>
      </p:sp>
    </p:spTree>
    <p:extLst>
      <p:ext uri="{BB962C8B-B14F-4D97-AF65-F5344CB8AC3E}">
        <p14:creationId xmlns:p14="http://schemas.microsoft.com/office/powerpoint/2010/main" val="1388315756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BB495-7F2E-AAA7-9BFB-3FBFB49DE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35395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2025 - Hyland Template">
  <a:themeElements>
    <a:clrScheme name="Hyland Theme Colors 2025">
      <a:dk1>
        <a:srgbClr val="000000"/>
      </a:dk1>
      <a:lt1>
        <a:srgbClr val="FFFFFF"/>
      </a:lt1>
      <a:dk2>
        <a:srgbClr val="191F5E"/>
      </a:dk2>
      <a:lt2>
        <a:srgbClr val="F4F6FE"/>
      </a:lt2>
      <a:accent1>
        <a:srgbClr val="13EAC1"/>
      </a:accent1>
      <a:accent2>
        <a:srgbClr val="6E33FF"/>
      </a:accent2>
      <a:accent3>
        <a:srgbClr val="52A1FF"/>
      </a:accent3>
      <a:accent4>
        <a:srgbClr val="F1CB61"/>
      </a:accent4>
      <a:accent5>
        <a:srgbClr val="67709A"/>
      </a:accent5>
      <a:accent6>
        <a:srgbClr val="B3B7CC"/>
      </a:accent6>
      <a:hlink>
        <a:srgbClr val="6E33FF"/>
      </a:hlink>
      <a:folHlink>
        <a:srgbClr val="A785FF"/>
      </a:folHlink>
    </a:clrScheme>
    <a:fontScheme name="Hyland Theme Fonts 2025">
      <a:majorFont>
        <a:latin typeface="Arial Nova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90000"/>
          </a:lnSpc>
          <a:spcBef>
            <a:spcPts val="600"/>
          </a:spcBef>
          <a:defRPr dirty="0" err="1" smtClean="0">
            <a:solidFill>
              <a:schemeClr val="bg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90000"/>
          </a:lnSpc>
          <a:spcBef>
            <a:spcPts val="600"/>
          </a:spcBef>
          <a:defRPr dirty="0" err="1" smtClean="0">
            <a:solidFill>
              <a:schemeClr val="accent1"/>
            </a:solidFill>
          </a:defRPr>
        </a:defPPr>
      </a:lstStyle>
    </a:txDef>
  </a:objectDefaults>
  <a:extraClrSchemeLst/>
  <a:custClrLst>
    <a:custClr name="Hylabd Teal">
      <a:srgbClr val="13EAC1"/>
    </a:custClr>
    <a:custClr name="Hyland Purple">
      <a:srgbClr val="6E33FF"/>
    </a:custClr>
    <a:custClr name="Hyland Blue">
      <a:srgbClr val="52A1FF"/>
    </a:custClr>
    <a:custClr name="Hyland Yellow">
      <a:srgbClr val="F1CB61"/>
    </a:custClr>
    <a:custClr name="Hyland Dark Blue">
      <a:srgbClr val="191F5E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Hyland Teal 60">
      <a:srgbClr val="70F2DA"/>
    </a:custClr>
    <a:custClr name="Hyland Purple 60">
      <a:srgbClr val="A785FF"/>
    </a:custClr>
    <a:custClr name="Hyland Blue 60">
      <a:srgbClr val="97C7FF"/>
    </a:custClr>
    <a:custClr name="Hyland Yellow 60">
      <a:srgbClr val="F7E0A0"/>
    </a:custClr>
    <a:custClr name="Hyland Dark Blue 80">
      <a:srgbClr val="75799E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Hyland Teal 30">
      <a:srgbClr val="B9F9EC"/>
    </a:custClr>
    <a:custClr name="Hyland Purple 30">
      <a:srgbClr val="D3C2FF"/>
    </a:custClr>
    <a:custClr name="Hyland Blue 30">
      <a:srgbClr val="CAE3FF"/>
    </a:custClr>
    <a:custClr name="Hyland Yellow 30">
      <a:srgbClr val="FBEFD0"/>
    </a:custClr>
    <a:custClr name="Hyland Dark Blue 30">
      <a:srgbClr val="BABCCF"/>
    </a:custClr>
  </a:custClrLst>
  <a:extLst>
    <a:ext uri="{05A4C25C-085E-4340-85A3-A5531E510DB2}">
      <thm15:themeFamily xmlns:thm15="http://schemas.microsoft.com/office/thememl/2012/main" name="2025 Hyland PowerPoint Template" id="{8E8A20F4-D6FB-4456-B9B9-064521B42A63}" vid="{AAAC8DC8-8542-4DBF-B6E0-CA5C29E12CC0}"/>
    </a:ext>
  </a:extLst>
</a:theme>
</file>

<file path=ppt/theme/theme2.xml><?xml version="1.0" encoding="utf-8"?>
<a:theme xmlns:a="http://schemas.openxmlformats.org/drawingml/2006/main" name="Office Theme">
  <a:themeElements>
    <a:clrScheme name="Hyland Color Theme">
      <a:dk1>
        <a:sysClr val="windowText" lastClr="000000"/>
      </a:dk1>
      <a:lt1>
        <a:sysClr val="window" lastClr="FFFFFF"/>
      </a:lt1>
      <a:dk2>
        <a:srgbClr val="191F5E"/>
      </a:dk2>
      <a:lt2>
        <a:srgbClr val="F4F6FE"/>
      </a:lt2>
      <a:accent1>
        <a:srgbClr val="13EAC1"/>
      </a:accent1>
      <a:accent2>
        <a:srgbClr val="6E33FF"/>
      </a:accent2>
      <a:accent3>
        <a:srgbClr val="52A1FF"/>
      </a:accent3>
      <a:accent4>
        <a:srgbClr val="F1CB61"/>
      </a:accent4>
      <a:accent5>
        <a:srgbClr val="67709A"/>
      </a:accent5>
      <a:accent6>
        <a:srgbClr val="B3B7CC"/>
      </a:accent6>
      <a:hlink>
        <a:srgbClr val="6E33FF"/>
      </a:hlink>
      <a:folHlink>
        <a:srgbClr val="A785FF"/>
      </a:folHlink>
    </a:clrScheme>
    <a:fontScheme name="Hyland">
      <a:majorFont>
        <a:latin typeface="Arial Nova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Hyland Color Theme">
      <a:dk1>
        <a:sysClr val="windowText" lastClr="000000"/>
      </a:dk1>
      <a:lt1>
        <a:sysClr val="window" lastClr="FFFFFF"/>
      </a:lt1>
      <a:dk2>
        <a:srgbClr val="191F5E"/>
      </a:dk2>
      <a:lt2>
        <a:srgbClr val="F4F6FE"/>
      </a:lt2>
      <a:accent1>
        <a:srgbClr val="13EAC1"/>
      </a:accent1>
      <a:accent2>
        <a:srgbClr val="6E33FF"/>
      </a:accent2>
      <a:accent3>
        <a:srgbClr val="52A1FF"/>
      </a:accent3>
      <a:accent4>
        <a:srgbClr val="F1CB61"/>
      </a:accent4>
      <a:accent5>
        <a:srgbClr val="67709A"/>
      </a:accent5>
      <a:accent6>
        <a:srgbClr val="B3B7CC"/>
      </a:accent6>
      <a:hlink>
        <a:srgbClr val="6E33FF"/>
      </a:hlink>
      <a:folHlink>
        <a:srgbClr val="A785FF"/>
      </a:folHlink>
    </a:clrScheme>
    <a:fontScheme name="Hyland">
      <a:majorFont>
        <a:latin typeface="Arial Nova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2025 Hyland PowerPoint Template</Template>
  <TotalTime>444</TotalTime>
  <Words>801</Words>
  <Application>Microsoft Office PowerPoint</Application>
  <PresentationFormat>Widescreen</PresentationFormat>
  <Paragraphs>128</Paragraphs>
  <Slides>47</Slides>
  <Notes>3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Arial</vt:lpstr>
      <vt:lpstr>Arial Nova</vt:lpstr>
      <vt:lpstr>Independent</vt:lpstr>
      <vt:lpstr>Miriam Libre</vt:lpstr>
      <vt:lpstr>Source Sans Pro</vt:lpstr>
      <vt:lpstr>Times New Roman</vt:lpstr>
      <vt:lpstr>Wingdings</vt:lpstr>
      <vt:lpstr>2025 - Hyland Template</vt:lpstr>
      <vt:lpstr>Emerging Technology</vt:lpstr>
      <vt:lpstr>PowerPoint Presentation</vt:lpstr>
      <vt:lpstr>PowerPoint Presentation</vt:lpstr>
      <vt:lpstr>PowerPoint Presentation</vt:lpstr>
      <vt:lpstr>PowerPoint Presentation</vt:lpstr>
      <vt:lpstr>A.I. 2023</vt:lpstr>
      <vt:lpstr>PowerPoint Presentation</vt:lpstr>
      <vt:lpstr>PowerPoint Presentation</vt:lpstr>
      <vt:lpstr>PowerPoint Presentation</vt:lpstr>
      <vt:lpstr>Quantum Computing</vt:lpstr>
      <vt:lpstr>One Example: Pharmaceuticals</vt:lpstr>
      <vt:lpstr>Also they just look really cool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TWO LEARNING PATHWAYS: Try Both!</vt:lpstr>
      <vt:lpstr>Wikipedia: Philosophy &amp; Wikiracing</vt:lpstr>
      <vt:lpstr>TIME FOR A WIKIRACE</vt:lpstr>
      <vt:lpstr>Copilot: Learning &amp; Quizzing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Lisa Burdett</dc:creator>
  <cp:lastModifiedBy>Joseph Maxwell</cp:lastModifiedBy>
  <cp:revision>8</cp:revision>
  <cp:lastPrinted>2025-03-14T19:50:10Z</cp:lastPrinted>
  <dcterms:created xsi:type="dcterms:W3CDTF">2025-03-17T20:19:22Z</dcterms:created>
  <dcterms:modified xsi:type="dcterms:W3CDTF">2026-03-23T16:31:58Z</dcterms:modified>
</cp:coreProperties>
</file>