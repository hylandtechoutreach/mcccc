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2" r:id="rId2"/>
    <p:sldId id="25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1A3E"/>
    <a:srgbClr val="FFCCFF"/>
    <a:srgbClr val="FEF9E6"/>
    <a:srgbClr val="F2A0B2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F2ED4-5B67-4D6C-8F53-519A476C78E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90C5F-3458-4CDE-849D-AB6CAC3F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1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0C5F-3458-4CDE-849D-AB6CAC3F72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02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235C7-58D9-6272-BC2D-768557969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E6D16-7284-EFB2-300E-AAEA65E1D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CF05F-8BC7-C311-8D17-29187FC45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9C11-8E2F-CEF7-20BF-61FD83BC0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0C5F-3458-4CDE-849D-AB6CAC3F72E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04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3A460-0FCF-0CC2-8996-AD4E375E6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364D6-2051-227D-4C04-78F840E46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BBFF7-857B-A69A-F59A-095178AB5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38098-80FD-2620-7A16-5E8EF7441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5E58A-1771-C5EE-163D-E321454C4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4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AB49-BCD3-10EE-86B8-6C98DA15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47C50-90B7-2A1C-AB12-BCE938718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6D8C5-6428-F148-8969-AF0E396C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215DD-D0BD-AF02-EE6C-5DCE3E062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5C53E-E7A7-C2F4-321C-D7D2B2FE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05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F7EA-19DE-2DC8-2ABE-384D3B32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864FD-80C1-C077-FBC9-421D49BF7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5152-BEBC-BAF1-D5BB-4B3319AA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3ADCC-E220-E932-BB1F-88E80907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D172B-A3EC-7203-F653-BF598339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1248-05EB-EAF7-CBC7-10B36029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57E68-2738-F939-E7F1-D7F94B051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50628-F8C0-80A1-AE71-31D09656F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A53AF-7F9B-C6F2-C0A6-D0A6E3DAF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23BFC-A871-45C2-88C3-EF0B035EC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9CE87-34C8-8E33-AB04-73FC5228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5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DC0A-9566-21A6-D462-0A5636B37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38DAD-6D22-83AB-6205-869B60E5B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9E414-987E-E54E-0D4D-9D78762B4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304CE-6C18-AB1B-389C-B02FE1254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040FF8-497F-5E29-6EF8-65E57DB947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5ECAA-9F2E-CABC-7BC9-123E02AB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4603BE-333A-8C2D-E386-51B9C1E49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6A617A-C0A8-D93D-BABB-FDA4FF66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7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D92AD-79D8-CFBD-FDB5-AC08E5B1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92E054-3808-2284-5D0B-2D05164D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54585-EEEB-F0F5-8D68-E958766A7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4E11E-23C9-85B3-4F44-B35D4DEA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13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5AF3B-E395-B9EE-6C7B-11C611B6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2BC80-FB21-745F-E614-3BA761CE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942B6-7DEF-0241-C098-9306A067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55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526FC-2118-C7CF-B5E8-A0FDB164A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7034D-2CD3-8892-ADE5-291BE4479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ECE65-A8A7-B886-F8C6-29A415D01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E0971-FF4C-BC32-784E-10F27D2EE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85FE0-5835-7ED4-07D6-EFEE23DC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DB211-6098-DC4C-7A37-DB308ED9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01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9848-8C89-5288-3CD9-5DA719308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4513A7-7703-9848-921D-B5156F74B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98495-7127-9FC2-4AAA-185C17086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54953-1130-3C55-3077-4D89017B6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BC7BD-7699-C1F0-F852-DE0E5028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F0BED-C234-625B-EBC2-50B8F790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0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6E8A0-2BCC-78CE-DC4A-80DC388D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6B1EC-F62F-57B3-1924-B4622E90E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1BECF-FF23-127F-4035-2F019485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D3609-7A18-C21E-F02C-FDAE5DFD4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A6D31-7FEC-C8E0-5A4D-ABEFEEC6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69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9B25AC-F68A-66CE-55BD-A0E71B85C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BA5EE-B263-30EE-6C35-EE63C9865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3246F-842F-78AF-DB53-986019BE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D3844-D92F-B483-FB28-BCCD2507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2D33F-7E27-7B1E-86FE-C2E8A0722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9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C3C021-3D4A-2C8B-2568-392306EA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8BFEA-711A-68F9-5E45-04CB08AF9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DF8D4-FD57-65C0-1B73-B7D4AD9C8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9D77D-9F63-495D-952D-8FFE08F30C8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A7166-8B6E-322A-9F1D-8B8819C19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F8700-33C5-D632-D9DB-28FE25B86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4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6.xml"/><Relationship Id="rId3" Type="http://schemas.openxmlformats.org/officeDocument/2006/relationships/slide" Target="slide3.xml"/><Relationship Id="rId7" Type="http://schemas.openxmlformats.org/officeDocument/2006/relationships/slide" Target="slide10.xml"/><Relationship Id="rId12" Type="http://schemas.openxmlformats.org/officeDocument/2006/relationships/slide" Target="slide6.xml"/><Relationship Id="rId17" Type="http://schemas.openxmlformats.org/officeDocument/2006/relationships/slide" Target="slide2.xml"/><Relationship Id="rId2" Type="http://schemas.openxmlformats.org/officeDocument/2006/relationships/notesSlide" Target="../notesSlides/notesSlide1.xml"/><Relationship Id="rId16" Type="http://schemas.openxmlformats.org/officeDocument/2006/relationships/slide" Target="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slide" Target="slide15.xml"/><Relationship Id="rId5" Type="http://schemas.openxmlformats.org/officeDocument/2006/relationships/slide" Target="slide12.xml"/><Relationship Id="rId15" Type="http://schemas.openxmlformats.org/officeDocument/2006/relationships/slide" Target="slide7.xml"/><Relationship Id="rId10" Type="http://schemas.openxmlformats.org/officeDocument/2006/relationships/slide" Target="slide14.xml"/><Relationship Id="rId4" Type="http://schemas.openxmlformats.org/officeDocument/2006/relationships/slide" Target="slide4.xml"/><Relationship Id="rId9" Type="http://schemas.openxmlformats.org/officeDocument/2006/relationships/slide" Target="slide5.xml"/><Relationship Id="rId14" Type="http://schemas.openxmlformats.org/officeDocument/2006/relationships/slide" Target="slide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" Target="slide10.xml"/><Relationship Id="rId7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8.xml"/><Relationship Id="rId4" Type="http://schemas.openxmlformats.org/officeDocument/2006/relationships/slide" Target="slide11.xml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view.officeapps.live.com/op/embed.aspx?src=https://hylandtechoutreach.github.io/mcccc/Heist/EverythingIsNumbers.pptx" TargetMode="External"/><Relationship Id="rId3" Type="http://schemas.openxmlformats.org/officeDocument/2006/relationships/slide" Target="slide5.xml"/><Relationship Id="rId7" Type="http://schemas.openxmlformats.org/officeDocument/2006/relationships/hyperlink" Target="https://hytop.onrender.com/pf/gen-nums/" TargetMode="External"/><Relationship Id="rId12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view.officeapps.live.com/op/embed.aspx?src=https://github.com/hylandtechoutreach/mcccc/raw/refs/heads/main/Heist/BoxAPuzzles.docx" TargetMode="External"/><Relationship Id="rId11" Type="http://schemas.openxmlformats.org/officeDocument/2006/relationships/slide" Target="slide12.xml"/><Relationship Id="rId5" Type="http://schemas.openxmlformats.org/officeDocument/2006/relationships/slide" Target="slide7.xml"/><Relationship Id="rId10" Type="http://schemas.openxmlformats.org/officeDocument/2006/relationships/slide" Target="slide2.xml"/><Relationship Id="rId4" Type="http://schemas.openxmlformats.org/officeDocument/2006/relationships/slide" Target="slide6.xml"/><Relationship Id="rId9" Type="http://schemas.openxmlformats.org/officeDocument/2006/relationships/slide" Target="slide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3.xml"/><Relationship Id="rId7" Type="http://schemas.openxmlformats.org/officeDocument/2006/relationships/slide" Target="slide1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ytop.onrender.com/pf/ascii-table/" TargetMode="External"/><Relationship Id="rId5" Type="http://schemas.openxmlformats.org/officeDocument/2006/relationships/hyperlink" Target="https://view.officeapps.live.com/op/embed.aspx?src=https://github.com/hylandtechoutreach/mcccc/raw/refs/heads/main/Heist/BoxCAscii.docx" TargetMode="External"/><Relationship Id="rId10" Type="http://schemas.openxmlformats.org/officeDocument/2006/relationships/slide" Target="slide14.xml"/><Relationship Id="rId4" Type="http://schemas.openxmlformats.org/officeDocument/2006/relationships/hyperlink" Target="https://view.officeapps.live.com/op/embed.aspx?src=https://github.com/hylandtechoutreach/mcccc/raw/refs/heads/main/Heist/QrAscii.docx" TargetMode="External"/><Relationship Id="rId9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2.xml"/><Relationship Id="rId4" Type="http://schemas.openxmlformats.org/officeDocument/2006/relationships/slide" Target="slide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4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hyperlink" Target="https://view.officeapps.live.com/op/embed.aspx?src=https://github.com/hylandtechoutreach/mcccc/raw/refs/heads/main/Heist/BoxCAscii.docx" TargetMode="External"/><Relationship Id="rId4" Type="http://schemas.openxmlformats.org/officeDocument/2006/relationships/hyperlink" Target="https://view.officeapps.live.com/op/embed.aspx?src=https://github.com/hylandtechoutreach/mcccc/raw/refs/heads/main/Heist/QrAscii.docx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iew.officeapps.live.com/op/embed.aspx?src=https://hylandtechoutreach.github.io/mcccc/Heist/EverythingIsNumbers.pptx" TargetMode="External"/><Relationship Id="rId7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ylandtechoutreach.github.io/mcccc/Heist/StudentDesc.html" TargetMode="External"/><Relationship Id="rId5" Type="http://schemas.openxmlformats.org/officeDocument/2006/relationships/slide" Target="slide15.xml"/><Relationship Id="rId4" Type="http://schemas.openxmlformats.org/officeDocument/2006/relationships/hyperlink" Target="https://hytop.onrender.com/pf/gen-num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4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hylandtechoutreach.github.io/hf8S47hfo2/" TargetMode="External"/><Relationship Id="rId7" Type="http://schemas.openxmlformats.org/officeDocument/2006/relationships/hyperlink" Target="https://tunepad.com/project/117468" TargetMode="Externa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rinket.io/pygame/3094f7c20f93" TargetMode="External"/><Relationship Id="rId5" Type="http://schemas.openxmlformats.org/officeDocument/2006/relationships/hyperlink" Target="https://hytop.onrender.com/e/embers-2" TargetMode="External"/><Relationship Id="rId4" Type="http://schemas.openxmlformats.org/officeDocument/2006/relationships/hyperlink" Target="https://trinket.io/processing/24dd29103ab1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pf/reuhfrehf/" TargetMode="Externa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4" Type="http://schemas.openxmlformats.org/officeDocument/2006/relationships/slide" Target="slid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tunepad.com/project/117468" TargetMode="External"/><Relationship Id="rId13" Type="http://schemas.openxmlformats.org/officeDocument/2006/relationships/slide" Target="slide12.xml"/><Relationship Id="rId3" Type="http://schemas.openxmlformats.org/officeDocument/2006/relationships/slide" Target="slide4.xml"/><Relationship Id="rId7" Type="http://schemas.openxmlformats.org/officeDocument/2006/relationships/hyperlink" Target="https://hytop.onrender.com/e/embers-2" TargetMode="External"/><Relationship Id="rId12" Type="http://schemas.openxmlformats.org/officeDocument/2006/relationships/hyperlink" Target="https://hylandtechoutreach.github.io/mcccc/Heist/StudentDesc.html" TargetMode="Externa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rinket.io/pygame/3094f7c20f93" TargetMode="External"/><Relationship Id="rId11" Type="http://schemas.openxmlformats.org/officeDocument/2006/relationships/hyperlink" Target="https://hytop.onrender.com/pf/gen-nums/" TargetMode="External"/><Relationship Id="rId5" Type="http://schemas.openxmlformats.org/officeDocument/2006/relationships/hyperlink" Target="https://trinket.io/processing/24dd29103ab1" TargetMode="External"/><Relationship Id="rId10" Type="http://schemas.openxmlformats.org/officeDocument/2006/relationships/hyperlink" Target="https://view.officeapps.live.com/op/embed.aspx?src=https://github.com/hylandtechoutreach/mcccc/raw/refs/heads/main/Heist/EverythingIsNumbers.pptx" TargetMode="External"/><Relationship Id="rId4" Type="http://schemas.openxmlformats.org/officeDocument/2006/relationships/slide" Target="slide14.xml"/><Relationship Id="rId9" Type="http://schemas.openxmlformats.org/officeDocument/2006/relationships/slide" Target="slide1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6.xml"/><Relationship Id="rId3" Type="http://schemas.openxmlformats.org/officeDocument/2006/relationships/slide" Target="slide3.xml"/><Relationship Id="rId7" Type="http://schemas.openxmlformats.org/officeDocument/2006/relationships/slide" Target="slide10.xml"/><Relationship Id="rId12" Type="http://schemas.openxmlformats.org/officeDocument/2006/relationships/slide" Target="slide6.xml"/><Relationship Id="rId17" Type="http://schemas.openxmlformats.org/officeDocument/2006/relationships/slide" Target="slide2.xml"/><Relationship Id="rId2" Type="http://schemas.openxmlformats.org/officeDocument/2006/relationships/notesSlide" Target="../notesSlides/notesSlide2.xml"/><Relationship Id="rId16" Type="http://schemas.openxmlformats.org/officeDocument/2006/relationships/slide" Target="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slide" Target="slide15.xml"/><Relationship Id="rId5" Type="http://schemas.openxmlformats.org/officeDocument/2006/relationships/slide" Target="slide12.xml"/><Relationship Id="rId15" Type="http://schemas.openxmlformats.org/officeDocument/2006/relationships/slide" Target="slide7.xml"/><Relationship Id="rId10" Type="http://schemas.openxmlformats.org/officeDocument/2006/relationships/slide" Target="slide14.xml"/><Relationship Id="rId4" Type="http://schemas.openxmlformats.org/officeDocument/2006/relationships/slide" Target="slide4.xml"/><Relationship Id="rId9" Type="http://schemas.openxmlformats.org/officeDocument/2006/relationships/slide" Target="slide5.xml"/><Relationship Id="rId14" Type="http://schemas.openxmlformats.org/officeDocument/2006/relationships/slide" Target="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9D1D3-9433-03AC-9600-4C6A27722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B032EF-5077-9E85-3407-850822360B8E}"/>
              </a:ext>
            </a:extLst>
          </p:cNvPr>
          <p:cNvSpPr txBox="1"/>
          <p:nvPr/>
        </p:nvSpPr>
        <p:spPr>
          <a:xfrm>
            <a:off x="124687" y="263025"/>
            <a:ext cx="4364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PATH</a:t>
            </a:r>
          </a:p>
        </p:txBody>
      </p:sp>
      <p:sp>
        <p:nvSpPr>
          <p:cNvPr id="2" name="Oval 1">
            <a:hlinkClick r:id="rId3" action="ppaction://hlinksldjump"/>
            <a:extLst>
              <a:ext uri="{FF2B5EF4-FFF2-40B4-BE49-F238E27FC236}">
                <a16:creationId xmlns:a16="http://schemas.microsoft.com/office/drawing/2014/main" id="{AF6DB757-9A57-4861-E1EB-9D223E79243C}"/>
              </a:ext>
            </a:extLst>
          </p:cNvPr>
          <p:cNvSpPr/>
          <p:nvPr/>
        </p:nvSpPr>
        <p:spPr>
          <a:xfrm>
            <a:off x="2180325" y="156904"/>
            <a:ext cx="4618185" cy="86999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Inter" panose="02000503000000020004" pitchFamily="2" charset="0"/>
                <a:ea typeface="Inter" panose="02000503000000020004" pitchFamily="2" charset="0"/>
              </a:rPr>
              <a:t>STARTING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 POINT</a:t>
            </a:r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BA474C1F-6279-1298-E8A0-9DADFA1B8049}"/>
              </a:ext>
            </a:extLst>
          </p:cNvPr>
          <p:cNvSpPr/>
          <p:nvPr/>
        </p:nvSpPr>
        <p:spPr>
          <a:xfrm>
            <a:off x="3357405" y="870320"/>
            <a:ext cx="2264023" cy="546187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PAPER PUZZLES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16B058-2510-3CDF-B065-61598661E6A3}"/>
              </a:ext>
            </a:extLst>
          </p:cNvPr>
          <p:cNvCxnSpPr>
            <a:cxnSpLocks/>
            <a:stCxn id="3" idx="1"/>
            <a:endCxn id="7" idx="3"/>
          </p:cNvCxnSpPr>
          <p:nvPr/>
        </p:nvCxnSpPr>
        <p:spPr>
          <a:xfrm flipH="1">
            <a:off x="1500330" y="1143414"/>
            <a:ext cx="1857075" cy="42572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73C7AB88-CE01-032B-AF72-A06A2D31C420}"/>
              </a:ext>
            </a:extLst>
          </p:cNvPr>
          <p:cNvSpPr/>
          <p:nvPr/>
        </p:nvSpPr>
        <p:spPr>
          <a:xfrm>
            <a:off x="124687" y="1200143"/>
            <a:ext cx="1375643" cy="73798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latin typeface="Inter" panose="02000503000000020004" pitchFamily="2" charset="0"/>
                <a:ea typeface="Inter" panose="02000503000000020004" pitchFamily="2" charset="0"/>
              </a:rPr>
              <a:t>BOX 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085CD3-04B0-0624-6B2E-9FE2BAE96007}"/>
              </a:ext>
            </a:extLst>
          </p:cNvPr>
          <p:cNvCxnSpPr>
            <a:cxnSpLocks/>
          </p:cNvCxnSpPr>
          <p:nvPr/>
        </p:nvCxnSpPr>
        <p:spPr>
          <a:xfrm>
            <a:off x="367645" y="1938126"/>
            <a:ext cx="0" cy="424585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hlinkClick r:id="rId4" action="ppaction://hlinksldjump"/>
            <a:extLst>
              <a:ext uri="{FF2B5EF4-FFF2-40B4-BE49-F238E27FC236}">
                <a16:creationId xmlns:a16="http://schemas.microsoft.com/office/drawing/2014/main" id="{D07ECF42-9D19-D3CC-0BD4-930D76DF0AFF}"/>
              </a:ext>
            </a:extLst>
          </p:cNvPr>
          <p:cNvSpPr/>
          <p:nvPr/>
        </p:nvSpPr>
        <p:spPr>
          <a:xfrm>
            <a:off x="566879" y="2403016"/>
            <a:ext cx="1048256" cy="442616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DVD</a:t>
            </a:r>
          </a:p>
        </p:txBody>
      </p:sp>
      <p:sp>
        <p:nvSpPr>
          <p:cNvPr id="17" name="Rectangle 16">
            <a:hlinkClick r:id="rId4" action="ppaction://hlinksldjump"/>
            <a:extLst>
              <a:ext uri="{FF2B5EF4-FFF2-40B4-BE49-F238E27FC236}">
                <a16:creationId xmlns:a16="http://schemas.microsoft.com/office/drawing/2014/main" id="{403BE243-6C59-2CAC-9A6D-FD2EACBA1C62}"/>
              </a:ext>
            </a:extLst>
          </p:cNvPr>
          <p:cNvSpPr/>
          <p:nvPr/>
        </p:nvSpPr>
        <p:spPr>
          <a:xfrm>
            <a:off x="566880" y="3297578"/>
            <a:ext cx="1322530" cy="67347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QR CODE PUZZLE</a:t>
            </a:r>
          </a:p>
        </p:txBody>
      </p:sp>
      <p:sp>
        <p:nvSpPr>
          <p:cNvPr id="20" name="Rectangle 19">
            <a:hlinkClick r:id="rId4" action="ppaction://hlinksldjump"/>
            <a:extLst>
              <a:ext uri="{FF2B5EF4-FFF2-40B4-BE49-F238E27FC236}">
                <a16:creationId xmlns:a16="http://schemas.microsoft.com/office/drawing/2014/main" id="{63C381E4-B6FE-0FF7-DC85-497F36416E47}"/>
              </a:ext>
            </a:extLst>
          </p:cNvPr>
          <p:cNvSpPr/>
          <p:nvPr/>
        </p:nvSpPr>
        <p:spPr>
          <a:xfrm>
            <a:off x="566879" y="4572883"/>
            <a:ext cx="1214785" cy="67347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KEY D HINT 1</a:t>
            </a:r>
          </a:p>
        </p:txBody>
      </p:sp>
      <p:sp>
        <p:nvSpPr>
          <p:cNvPr id="21" name="Rectangle 20">
            <a:hlinkClick r:id="rId5" action="ppaction://hlinksldjump"/>
            <a:extLst>
              <a:ext uri="{FF2B5EF4-FFF2-40B4-BE49-F238E27FC236}">
                <a16:creationId xmlns:a16="http://schemas.microsoft.com/office/drawing/2014/main" id="{519FF44E-C5B4-81CC-769C-73167D61FE77}"/>
              </a:ext>
            </a:extLst>
          </p:cNvPr>
          <p:cNvSpPr/>
          <p:nvPr/>
        </p:nvSpPr>
        <p:spPr>
          <a:xfrm>
            <a:off x="587201" y="5825160"/>
            <a:ext cx="1392320" cy="673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CRYPTEX HINT 1</a:t>
            </a:r>
          </a:p>
        </p:txBody>
      </p:sp>
      <p:sp>
        <p:nvSpPr>
          <p:cNvPr id="23" name="Rectangle 22">
            <a:hlinkClick r:id="rId6" action="ppaction://hlinksldjump"/>
            <a:extLst>
              <a:ext uri="{FF2B5EF4-FFF2-40B4-BE49-F238E27FC236}">
                <a16:creationId xmlns:a16="http://schemas.microsoft.com/office/drawing/2014/main" id="{F742178A-F0E9-777F-BBCF-2E5A905F3871}"/>
              </a:ext>
            </a:extLst>
          </p:cNvPr>
          <p:cNvSpPr/>
          <p:nvPr/>
        </p:nvSpPr>
        <p:spPr>
          <a:xfrm>
            <a:off x="9719525" y="305966"/>
            <a:ext cx="1657698" cy="720937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latin typeface="Inter" panose="02000503000000020004" pitchFamily="2" charset="0"/>
                <a:ea typeface="Inter" panose="02000503000000020004" pitchFamily="2" charset="0"/>
              </a:rPr>
              <a:t>NICOLE</a:t>
            </a:r>
          </a:p>
        </p:txBody>
      </p:sp>
      <p:sp>
        <p:nvSpPr>
          <p:cNvPr id="24" name="Rectangle 23">
            <a:hlinkClick r:id="rId7" action="ppaction://hlinksldjump"/>
            <a:extLst>
              <a:ext uri="{FF2B5EF4-FFF2-40B4-BE49-F238E27FC236}">
                <a16:creationId xmlns:a16="http://schemas.microsoft.com/office/drawing/2014/main" id="{368044FF-F7BF-1151-CAC8-F7BAEDA467ED}"/>
              </a:ext>
            </a:extLst>
          </p:cNvPr>
          <p:cNvSpPr/>
          <p:nvPr/>
        </p:nvSpPr>
        <p:spPr>
          <a:xfrm>
            <a:off x="7463832" y="373085"/>
            <a:ext cx="2108107" cy="7209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SWAG BAG 4</a:t>
            </a:r>
          </a:p>
        </p:txBody>
      </p:sp>
      <p:sp>
        <p:nvSpPr>
          <p:cNvPr id="25" name="Rectangle 24">
            <a:hlinkClick r:id="rId8" action="ppaction://hlinksldjump"/>
            <a:extLst>
              <a:ext uri="{FF2B5EF4-FFF2-40B4-BE49-F238E27FC236}">
                <a16:creationId xmlns:a16="http://schemas.microsoft.com/office/drawing/2014/main" id="{E0F69004-132A-B9A8-7DBF-4963001A60A2}"/>
              </a:ext>
            </a:extLst>
          </p:cNvPr>
          <p:cNvSpPr/>
          <p:nvPr/>
        </p:nvSpPr>
        <p:spPr>
          <a:xfrm>
            <a:off x="8854147" y="1300794"/>
            <a:ext cx="2759092" cy="7240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UNDER MIDTOWN11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44B8FE3-E506-E372-2F03-86B9730B3CC5}"/>
              </a:ext>
            </a:extLst>
          </p:cNvPr>
          <p:cNvCxnSpPr>
            <a:cxnSpLocks/>
            <a:stCxn id="16" idx="3"/>
            <a:endCxn id="32" idx="1"/>
          </p:cNvCxnSpPr>
          <p:nvPr/>
        </p:nvCxnSpPr>
        <p:spPr>
          <a:xfrm flipV="1">
            <a:off x="1615135" y="2239013"/>
            <a:ext cx="247693" cy="38531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hlinkClick r:id="rId9" action="ppaction://hlinksldjump"/>
            <a:extLst>
              <a:ext uri="{FF2B5EF4-FFF2-40B4-BE49-F238E27FC236}">
                <a16:creationId xmlns:a16="http://schemas.microsoft.com/office/drawing/2014/main" id="{A0DA2962-8ABE-225C-77B3-D80C4F99A4A4}"/>
              </a:ext>
            </a:extLst>
          </p:cNvPr>
          <p:cNvSpPr/>
          <p:nvPr/>
        </p:nvSpPr>
        <p:spPr>
          <a:xfrm>
            <a:off x="3578131" y="1885658"/>
            <a:ext cx="1342362" cy="820334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B</a:t>
            </a:r>
          </a:p>
        </p:txBody>
      </p:sp>
      <p:sp>
        <p:nvSpPr>
          <p:cNvPr id="32" name="Rectangle 31">
            <a:hlinkClick r:id="rId10" action="ppaction://hlinksldjump"/>
            <a:extLst>
              <a:ext uri="{FF2B5EF4-FFF2-40B4-BE49-F238E27FC236}">
                <a16:creationId xmlns:a16="http://schemas.microsoft.com/office/drawing/2014/main" id="{634E38E4-DBCA-0559-0C62-D603D3120BEC}"/>
              </a:ext>
            </a:extLst>
          </p:cNvPr>
          <p:cNvSpPr/>
          <p:nvPr/>
        </p:nvSpPr>
        <p:spPr>
          <a:xfrm>
            <a:off x="1862828" y="1859033"/>
            <a:ext cx="1429392" cy="75996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PROJECTS SITE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755602E-B7AB-4115-82B0-DA25312CCF2D}"/>
              </a:ext>
            </a:extLst>
          </p:cNvPr>
          <p:cNvCxnSpPr>
            <a:cxnSpLocks/>
            <a:stCxn id="32" idx="3"/>
            <a:endCxn id="29" idx="1"/>
          </p:cNvCxnSpPr>
          <p:nvPr/>
        </p:nvCxnSpPr>
        <p:spPr>
          <a:xfrm>
            <a:off x="3292220" y="2239013"/>
            <a:ext cx="285911" cy="568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C793CB5-18D8-5AB8-4F93-914FCC4F3984}"/>
              </a:ext>
            </a:extLst>
          </p:cNvPr>
          <p:cNvSpPr txBox="1"/>
          <p:nvPr/>
        </p:nvSpPr>
        <p:spPr>
          <a:xfrm>
            <a:off x="83049" y="126578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0DD453-04C0-CE57-100A-D9B37C8459C7}"/>
              </a:ext>
            </a:extLst>
          </p:cNvPr>
          <p:cNvSpPr txBox="1"/>
          <p:nvPr/>
        </p:nvSpPr>
        <p:spPr>
          <a:xfrm>
            <a:off x="3544886" y="1928354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0C9906-775F-7E0D-9E4C-BD86697EA1AB}"/>
              </a:ext>
            </a:extLst>
          </p:cNvPr>
          <p:cNvSpPr txBox="1"/>
          <p:nvPr/>
        </p:nvSpPr>
        <p:spPr>
          <a:xfrm>
            <a:off x="7463832" y="40723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D9AD1A-ECB6-4F47-E0C1-2605DC71732D}"/>
              </a:ext>
            </a:extLst>
          </p:cNvPr>
          <p:cNvSpPr txBox="1"/>
          <p:nvPr/>
        </p:nvSpPr>
        <p:spPr>
          <a:xfrm>
            <a:off x="9660560" y="30919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8CC3E4-71AF-70BB-36F9-E40AF8DD7CAF}"/>
              </a:ext>
            </a:extLst>
          </p:cNvPr>
          <p:cNvSpPr txBox="1"/>
          <p:nvPr/>
        </p:nvSpPr>
        <p:spPr>
          <a:xfrm>
            <a:off x="8744398" y="1320000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3" name="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6BCDE627-3C04-89FF-CEB4-EB51B1BA70FA}"/>
              </a:ext>
            </a:extLst>
          </p:cNvPr>
          <p:cNvSpPr/>
          <p:nvPr/>
        </p:nvSpPr>
        <p:spPr>
          <a:xfrm>
            <a:off x="2180325" y="2992338"/>
            <a:ext cx="1385744" cy="67347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DECODED ASCII</a:t>
            </a:r>
          </a:p>
        </p:txBody>
      </p:sp>
      <p:sp>
        <p:nvSpPr>
          <p:cNvPr id="44" name="Rectangle 43">
            <a:hlinkClick r:id="rId11" action="ppaction://hlinksldjump"/>
            <a:extLst>
              <a:ext uri="{FF2B5EF4-FFF2-40B4-BE49-F238E27FC236}">
                <a16:creationId xmlns:a16="http://schemas.microsoft.com/office/drawing/2014/main" id="{E0065817-B05A-8D1E-9567-240D0ADF672D}"/>
              </a:ext>
            </a:extLst>
          </p:cNvPr>
          <p:cNvSpPr/>
          <p:nvPr/>
        </p:nvSpPr>
        <p:spPr>
          <a:xfrm>
            <a:off x="4868592" y="3108283"/>
            <a:ext cx="1166077" cy="452666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GAME</a:t>
            </a:r>
          </a:p>
        </p:txBody>
      </p:sp>
      <p:sp>
        <p:nvSpPr>
          <p:cNvPr id="45" name="Rectangle 44">
            <a:hlinkClick r:id="rId4" action="ppaction://hlinksldjump"/>
            <a:extLst>
              <a:ext uri="{FF2B5EF4-FFF2-40B4-BE49-F238E27FC236}">
                <a16:creationId xmlns:a16="http://schemas.microsoft.com/office/drawing/2014/main" id="{BB1B37F5-8C2E-3933-78CE-8CC45D2A0A8C}"/>
              </a:ext>
            </a:extLst>
          </p:cNvPr>
          <p:cNvSpPr/>
          <p:nvPr/>
        </p:nvSpPr>
        <p:spPr>
          <a:xfrm>
            <a:off x="5165720" y="1718009"/>
            <a:ext cx="1385744" cy="67347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MP3 MELODY</a:t>
            </a:r>
          </a:p>
        </p:txBody>
      </p:sp>
      <p:sp>
        <p:nvSpPr>
          <p:cNvPr id="46" name="Rectangle 45">
            <a:hlinkClick r:id="rId12" action="ppaction://hlinksldjump"/>
            <a:extLst>
              <a:ext uri="{FF2B5EF4-FFF2-40B4-BE49-F238E27FC236}">
                <a16:creationId xmlns:a16="http://schemas.microsoft.com/office/drawing/2014/main" id="{FFE7C556-017C-B9CE-C568-5D49EBBDC939}"/>
              </a:ext>
            </a:extLst>
          </p:cNvPr>
          <p:cNvSpPr/>
          <p:nvPr/>
        </p:nvSpPr>
        <p:spPr>
          <a:xfrm>
            <a:off x="6793993" y="1440829"/>
            <a:ext cx="1385744" cy="604200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C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AC76FB7-DC37-E228-784A-054BA52AD259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379875" y="6161899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ECF8801-7B3B-B4EE-A6C2-FE5A2E05C35E}"/>
              </a:ext>
            </a:extLst>
          </p:cNvPr>
          <p:cNvCxnSpPr>
            <a:cxnSpLocks/>
          </p:cNvCxnSpPr>
          <p:nvPr/>
        </p:nvCxnSpPr>
        <p:spPr>
          <a:xfrm flipH="1">
            <a:off x="363600" y="4898578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E533792-CCF1-91C6-4ED5-5F462054149F}"/>
              </a:ext>
            </a:extLst>
          </p:cNvPr>
          <p:cNvCxnSpPr>
            <a:cxnSpLocks/>
          </p:cNvCxnSpPr>
          <p:nvPr/>
        </p:nvCxnSpPr>
        <p:spPr>
          <a:xfrm flipH="1">
            <a:off x="363600" y="3665974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17985DC-D397-99C3-E20B-4C2BA75047B5}"/>
              </a:ext>
            </a:extLst>
          </p:cNvPr>
          <p:cNvCxnSpPr>
            <a:cxnSpLocks/>
          </p:cNvCxnSpPr>
          <p:nvPr/>
        </p:nvCxnSpPr>
        <p:spPr>
          <a:xfrm flipH="1">
            <a:off x="379875" y="2611380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9C75BFC-C693-1121-8B9F-65E41BD3DC3D}"/>
              </a:ext>
            </a:extLst>
          </p:cNvPr>
          <p:cNvCxnSpPr>
            <a:cxnSpLocks/>
            <a:stCxn id="43" idx="1"/>
            <a:endCxn id="17" idx="3"/>
          </p:cNvCxnSpPr>
          <p:nvPr/>
        </p:nvCxnSpPr>
        <p:spPr>
          <a:xfrm flipH="1">
            <a:off x="1889410" y="3329077"/>
            <a:ext cx="290915" cy="30524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hlinkClick r:id="rId13" action="ppaction://hlinksldjump"/>
            <a:extLst>
              <a:ext uri="{FF2B5EF4-FFF2-40B4-BE49-F238E27FC236}">
                <a16:creationId xmlns:a16="http://schemas.microsoft.com/office/drawing/2014/main" id="{E6E13DE1-440C-F7DD-A4BE-B60A4B1F3AEC}"/>
              </a:ext>
            </a:extLst>
          </p:cNvPr>
          <p:cNvSpPr/>
          <p:nvPr/>
        </p:nvSpPr>
        <p:spPr>
          <a:xfrm>
            <a:off x="2111600" y="4126252"/>
            <a:ext cx="1761765" cy="475924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MIDTOWN22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C76A474-6594-2794-C9D4-E159A05524AC}"/>
              </a:ext>
            </a:extLst>
          </p:cNvPr>
          <p:cNvCxnSpPr>
            <a:cxnSpLocks/>
            <a:stCxn id="59" idx="0"/>
            <a:endCxn id="43" idx="2"/>
          </p:cNvCxnSpPr>
          <p:nvPr/>
        </p:nvCxnSpPr>
        <p:spPr>
          <a:xfrm flipH="1" flipV="1">
            <a:off x="2873197" y="3665815"/>
            <a:ext cx="119286" cy="460437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958CA2C-806E-5127-A0C8-4C84B81CEAB3}"/>
              </a:ext>
            </a:extLst>
          </p:cNvPr>
          <p:cNvCxnSpPr>
            <a:cxnSpLocks/>
            <a:stCxn id="44" idx="1"/>
            <a:endCxn id="59" idx="3"/>
          </p:cNvCxnSpPr>
          <p:nvPr/>
        </p:nvCxnSpPr>
        <p:spPr>
          <a:xfrm flipH="1">
            <a:off x="3873365" y="3334616"/>
            <a:ext cx="995227" cy="1029598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79BABD2-6553-C6A8-914E-5B3D38037D02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5451631" y="2391486"/>
            <a:ext cx="406961" cy="716797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CA6BBD4-4DD8-A173-5CE2-5EFF4C4EFB9D}"/>
              </a:ext>
            </a:extLst>
          </p:cNvPr>
          <p:cNvCxnSpPr>
            <a:cxnSpLocks/>
            <a:stCxn id="46" idx="1"/>
            <a:endCxn id="45" idx="3"/>
          </p:cNvCxnSpPr>
          <p:nvPr/>
        </p:nvCxnSpPr>
        <p:spPr>
          <a:xfrm flipH="1">
            <a:off x="6551464" y="1742929"/>
            <a:ext cx="242529" cy="311819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EEE9057-612E-5974-19E5-0F3C7285E7BC}"/>
              </a:ext>
            </a:extLst>
          </p:cNvPr>
          <p:cNvSpPr txBox="1"/>
          <p:nvPr/>
        </p:nvSpPr>
        <p:spPr>
          <a:xfrm>
            <a:off x="6758043" y="145044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86208FD-D21B-4214-EBD5-FDF135FCBBEF}"/>
              </a:ext>
            </a:extLst>
          </p:cNvPr>
          <p:cNvSpPr/>
          <p:nvPr/>
        </p:nvSpPr>
        <p:spPr>
          <a:xfrm>
            <a:off x="2049417" y="4898578"/>
            <a:ext cx="2082142" cy="56255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PRESENTATION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AAB152D-8312-46F4-AF27-5D67EEE13FC4}"/>
              </a:ext>
            </a:extLst>
          </p:cNvPr>
          <p:cNvSpPr/>
          <p:nvPr/>
        </p:nvSpPr>
        <p:spPr>
          <a:xfrm>
            <a:off x="6387952" y="2839327"/>
            <a:ext cx="1385744" cy="70218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NUMBER SHEETS</a:t>
            </a:r>
          </a:p>
        </p:txBody>
      </p:sp>
      <p:sp>
        <p:nvSpPr>
          <p:cNvPr id="89" name="Rectangle 88">
            <a:hlinkClick r:id="rId14" action="ppaction://hlinksldjump"/>
            <a:extLst>
              <a:ext uri="{FF2B5EF4-FFF2-40B4-BE49-F238E27FC236}">
                <a16:creationId xmlns:a16="http://schemas.microsoft.com/office/drawing/2014/main" id="{3BFCB77D-6A4E-638B-D665-EF7DD9A639A9}"/>
              </a:ext>
            </a:extLst>
          </p:cNvPr>
          <p:cNvSpPr/>
          <p:nvPr/>
        </p:nvSpPr>
        <p:spPr>
          <a:xfrm>
            <a:off x="5955342" y="4105878"/>
            <a:ext cx="2127273" cy="51586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INSTRUCTIONS</a:t>
            </a:r>
          </a:p>
        </p:txBody>
      </p:sp>
      <p:sp>
        <p:nvSpPr>
          <p:cNvPr id="93" name="Rectangle 92">
            <a:hlinkClick r:id="rId15" action="ppaction://hlinksldjump"/>
            <a:extLst>
              <a:ext uri="{FF2B5EF4-FFF2-40B4-BE49-F238E27FC236}">
                <a16:creationId xmlns:a16="http://schemas.microsoft.com/office/drawing/2014/main" id="{CD380058-F54B-49AD-7153-FD4C9DEB3D1A}"/>
              </a:ext>
            </a:extLst>
          </p:cNvPr>
          <p:cNvSpPr/>
          <p:nvPr/>
        </p:nvSpPr>
        <p:spPr>
          <a:xfrm>
            <a:off x="8598004" y="2423627"/>
            <a:ext cx="1356508" cy="79999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D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79FFE29-5350-53D6-D600-2F231CEAA06B}"/>
              </a:ext>
            </a:extLst>
          </p:cNvPr>
          <p:cNvSpPr txBox="1"/>
          <p:nvPr/>
        </p:nvSpPr>
        <p:spPr>
          <a:xfrm>
            <a:off x="8598003" y="245609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7CF4800-60BE-420C-E681-0C884385C1E0}"/>
              </a:ext>
            </a:extLst>
          </p:cNvPr>
          <p:cNvCxnSpPr>
            <a:cxnSpLocks/>
            <a:stCxn id="86" idx="1"/>
            <a:endCxn id="20" idx="3"/>
          </p:cNvCxnSpPr>
          <p:nvPr/>
        </p:nvCxnSpPr>
        <p:spPr>
          <a:xfrm flipH="1" flipV="1">
            <a:off x="1781664" y="4909622"/>
            <a:ext cx="267753" cy="27023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D950AFD-384A-E4BA-5479-4BCB4A82024F}"/>
              </a:ext>
            </a:extLst>
          </p:cNvPr>
          <p:cNvCxnSpPr>
            <a:cxnSpLocks/>
            <a:stCxn id="44" idx="2"/>
            <a:endCxn id="86" idx="3"/>
          </p:cNvCxnSpPr>
          <p:nvPr/>
        </p:nvCxnSpPr>
        <p:spPr>
          <a:xfrm flipH="1">
            <a:off x="4131559" y="3560949"/>
            <a:ext cx="1320072" cy="1618908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7751635-EED4-9B4B-15F8-00A428A5827A}"/>
              </a:ext>
            </a:extLst>
          </p:cNvPr>
          <p:cNvCxnSpPr>
            <a:cxnSpLocks/>
            <a:stCxn id="89" idx="1"/>
            <a:endCxn id="44" idx="2"/>
          </p:cNvCxnSpPr>
          <p:nvPr/>
        </p:nvCxnSpPr>
        <p:spPr>
          <a:xfrm flipH="1" flipV="1">
            <a:off x="5451631" y="3560949"/>
            <a:ext cx="503711" cy="802859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753D669-634B-C452-CB01-DFE40A092F17}"/>
              </a:ext>
            </a:extLst>
          </p:cNvPr>
          <p:cNvCxnSpPr>
            <a:cxnSpLocks/>
            <a:stCxn id="87" idx="2"/>
            <a:endCxn id="89" idx="0"/>
          </p:cNvCxnSpPr>
          <p:nvPr/>
        </p:nvCxnSpPr>
        <p:spPr>
          <a:xfrm flipH="1">
            <a:off x="7018979" y="3541512"/>
            <a:ext cx="61845" cy="564366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13D167C-7686-B974-82AC-20C7267ED9FE}"/>
              </a:ext>
            </a:extLst>
          </p:cNvPr>
          <p:cNvCxnSpPr>
            <a:cxnSpLocks/>
            <a:stCxn id="93" idx="1"/>
            <a:endCxn id="87" idx="3"/>
          </p:cNvCxnSpPr>
          <p:nvPr/>
        </p:nvCxnSpPr>
        <p:spPr>
          <a:xfrm flipH="1">
            <a:off x="7773696" y="2823626"/>
            <a:ext cx="824308" cy="366794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Rectangle 132">
            <a:hlinkClick r:id="rId3" action="ppaction://hlinksldjump"/>
            <a:extLst>
              <a:ext uri="{FF2B5EF4-FFF2-40B4-BE49-F238E27FC236}">
                <a16:creationId xmlns:a16="http://schemas.microsoft.com/office/drawing/2014/main" id="{B647A69D-0A13-B158-DF2C-28408983195A}"/>
              </a:ext>
            </a:extLst>
          </p:cNvPr>
          <p:cNvSpPr/>
          <p:nvPr/>
        </p:nvSpPr>
        <p:spPr>
          <a:xfrm>
            <a:off x="4489416" y="4978482"/>
            <a:ext cx="1948219" cy="673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BLUE WATER BOTTLE</a:t>
            </a:r>
          </a:p>
        </p:txBody>
      </p:sp>
      <p:sp>
        <p:nvSpPr>
          <p:cNvPr id="136" name="Rectangle 135">
            <a:hlinkClick r:id="rId3" action="ppaction://hlinksldjump"/>
            <a:extLst>
              <a:ext uri="{FF2B5EF4-FFF2-40B4-BE49-F238E27FC236}">
                <a16:creationId xmlns:a16="http://schemas.microsoft.com/office/drawing/2014/main" id="{A4B32F20-EE32-CDCE-82D2-7982BDFA1824}"/>
              </a:ext>
            </a:extLst>
          </p:cNvPr>
          <p:cNvSpPr/>
          <p:nvPr/>
        </p:nvSpPr>
        <p:spPr>
          <a:xfrm>
            <a:off x="8438687" y="4155033"/>
            <a:ext cx="1526223" cy="673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GREEN SHARPIE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0D1E6117-F25E-1045-58EA-7245B6C334BC}"/>
              </a:ext>
            </a:extLst>
          </p:cNvPr>
          <p:cNvCxnSpPr>
            <a:cxnSpLocks/>
            <a:stCxn id="133" idx="0"/>
            <a:endCxn id="29" idx="2"/>
          </p:cNvCxnSpPr>
          <p:nvPr/>
        </p:nvCxnSpPr>
        <p:spPr>
          <a:xfrm flipH="1" flipV="1">
            <a:off x="4249312" y="2705992"/>
            <a:ext cx="1214214" cy="227249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F340A95-68D4-2F22-4481-6724195AF0A4}"/>
              </a:ext>
            </a:extLst>
          </p:cNvPr>
          <p:cNvCxnSpPr>
            <a:cxnSpLocks/>
            <a:stCxn id="136" idx="0"/>
            <a:endCxn id="46" idx="2"/>
          </p:cNvCxnSpPr>
          <p:nvPr/>
        </p:nvCxnSpPr>
        <p:spPr>
          <a:xfrm flipH="1" flipV="1">
            <a:off x="7486865" y="2045029"/>
            <a:ext cx="1714934" cy="2110004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8" name="Rectangle 197">
            <a:hlinkClick r:id="rId16" action="ppaction://hlinksldjump"/>
            <a:extLst>
              <a:ext uri="{FF2B5EF4-FFF2-40B4-BE49-F238E27FC236}">
                <a16:creationId xmlns:a16="http://schemas.microsoft.com/office/drawing/2014/main" id="{299B3E75-541F-FB1C-4E2F-5B4C5C75DFAC}"/>
              </a:ext>
            </a:extLst>
          </p:cNvPr>
          <p:cNvSpPr/>
          <p:nvPr/>
        </p:nvSpPr>
        <p:spPr>
          <a:xfrm>
            <a:off x="7018980" y="5665160"/>
            <a:ext cx="1767348" cy="9314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CRYPTEX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6C7D0F5A-F6FF-DE9E-376E-3A364D048B29}"/>
              </a:ext>
            </a:extLst>
          </p:cNvPr>
          <p:cNvSpPr txBox="1"/>
          <p:nvPr/>
        </p:nvSpPr>
        <p:spPr>
          <a:xfrm>
            <a:off x="6972091" y="579412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E2796CC8-D45A-36BF-AE64-F8A206A593B2}"/>
              </a:ext>
            </a:extLst>
          </p:cNvPr>
          <p:cNvCxnSpPr>
            <a:cxnSpLocks/>
            <a:stCxn id="198" idx="1"/>
            <a:endCxn id="21" idx="3"/>
          </p:cNvCxnSpPr>
          <p:nvPr/>
        </p:nvCxnSpPr>
        <p:spPr>
          <a:xfrm flipH="1">
            <a:off x="1979521" y="6130864"/>
            <a:ext cx="5039459" cy="3103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A66A003D-75EE-1C0F-0B3D-BB44579591F5}"/>
              </a:ext>
            </a:extLst>
          </p:cNvPr>
          <p:cNvCxnSpPr>
            <a:cxnSpLocks/>
            <a:stCxn id="198" idx="0"/>
            <a:endCxn id="133" idx="3"/>
          </p:cNvCxnSpPr>
          <p:nvPr/>
        </p:nvCxnSpPr>
        <p:spPr>
          <a:xfrm flipH="1" flipV="1">
            <a:off x="6437635" y="5315221"/>
            <a:ext cx="1465019" cy="349939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CCE184A4-D9C2-9D40-F554-CAAE3AB2E77E}"/>
              </a:ext>
            </a:extLst>
          </p:cNvPr>
          <p:cNvCxnSpPr>
            <a:cxnSpLocks/>
            <a:stCxn id="198" idx="0"/>
            <a:endCxn id="136" idx="2"/>
          </p:cNvCxnSpPr>
          <p:nvPr/>
        </p:nvCxnSpPr>
        <p:spPr>
          <a:xfrm flipV="1">
            <a:off x="7902654" y="4828510"/>
            <a:ext cx="1299145" cy="83665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7" name="Rectangle 226">
            <a:hlinkClick r:id="rId17" action="ppaction://hlinksldjump"/>
            <a:extLst>
              <a:ext uri="{FF2B5EF4-FFF2-40B4-BE49-F238E27FC236}">
                <a16:creationId xmlns:a16="http://schemas.microsoft.com/office/drawing/2014/main" id="{C0B81F4E-98E2-720F-EFB2-DD1EAE45A469}"/>
              </a:ext>
            </a:extLst>
          </p:cNvPr>
          <p:cNvSpPr/>
          <p:nvPr/>
        </p:nvSpPr>
        <p:spPr>
          <a:xfrm>
            <a:off x="10212479" y="4602176"/>
            <a:ext cx="1768008" cy="8393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atin typeface="Inter" panose="02000503000000020004" pitchFamily="2" charset="0"/>
                <a:ea typeface="Inter" panose="02000503000000020004" pitchFamily="2" charset="0"/>
              </a:rPr>
              <a:t>TAGOUT BOX</a:t>
            </a:r>
          </a:p>
        </p:txBody>
      </p:sp>
      <p:sp>
        <p:nvSpPr>
          <p:cNvPr id="228" name="Rectangle 227">
            <a:hlinkClick r:id="rId17" action="ppaction://hlinksldjump"/>
            <a:extLst>
              <a:ext uri="{FF2B5EF4-FFF2-40B4-BE49-F238E27FC236}">
                <a16:creationId xmlns:a16="http://schemas.microsoft.com/office/drawing/2014/main" id="{1B89B021-048B-59BB-0AC1-6AADD1802E59}"/>
              </a:ext>
            </a:extLst>
          </p:cNvPr>
          <p:cNvSpPr/>
          <p:nvPr/>
        </p:nvSpPr>
        <p:spPr>
          <a:xfrm>
            <a:off x="10233693" y="2537292"/>
            <a:ext cx="1684923" cy="14337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Inter" panose="02000503000000020004" pitchFamily="2" charset="0"/>
                <a:ea typeface="Inter" panose="02000503000000020004" pitchFamily="2" charset="0"/>
              </a:rPr>
              <a:t>FINAL BOX</a:t>
            </a:r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0290A09C-371A-A1FB-F0A1-9CE5E010C567}"/>
              </a:ext>
            </a:extLst>
          </p:cNvPr>
          <p:cNvCxnSpPr>
            <a:cxnSpLocks/>
            <a:stCxn id="228" idx="2"/>
            <a:endCxn id="227" idx="0"/>
          </p:cNvCxnSpPr>
          <p:nvPr/>
        </p:nvCxnSpPr>
        <p:spPr>
          <a:xfrm>
            <a:off x="11076155" y="3971055"/>
            <a:ext cx="20328" cy="631121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547A10A3-8EB9-B8A0-1976-E84871265DC0}"/>
              </a:ext>
            </a:extLst>
          </p:cNvPr>
          <p:cNvSpPr txBox="1"/>
          <p:nvPr/>
        </p:nvSpPr>
        <p:spPr>
          <a:xfrm>
            <a:off x="11513999" y="594615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31CEEA1-384B-6723-ADFC-DB3A8E748AB4}"/>
              </a:ext>
            </a:extLst>
          </p:cNvPr>
          <p:cNvSpPr txBox="1"/>
          <p:nvPr/>
        </p:nvSpPr>
        <p:spPr>
          <a:xfrm>
            <a:off x="9817447" y="5922168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572A580D-8891-705E-1F11-730D74C2E2B1}"/>
              </a:ext>
            </a:extLst>
          </p:cNvPr>
          <p:cNvSpPr txBox="1"/>
          <p:nvPr/>
        </p:nvSpPr>
        <p:spPr>
          <a:xfrm>
            <a:off x="10062832" y="5902642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0278419D-7601-6F36-E37E-2BD681740B46}"/>
              </a:ext>
            </a:extLst>
          </p:cNvPr>
          <p:cNvSpPr txBox="1"/>
          <p:nvPr/>
        </p:nvSpPr>
        <p:spPr>
          <a:xfrm>
            <a:off x="10278963" y="5922823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396C2012-5EA7-1CC0-582E-2CF57D545858}"/>
              </a:ext>
            </a:extLst>
          </p:cNvPr>
          <p:cNvSpPr txBox="1"/>
          <p:nvPr/>
        </p:nvSpPr>
        <p:spPr>
          <a:xfrm>
            <a:off x="10529995" y="593375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2330163B-7C0F-CDC6-3640-EDE5BE6D72C6}"/>
              </a:ext>
            </a:extLst>
          </p:cNvPr>
          <p:cNvSpPr txBox="1"/>
          <p:nvPr/>
        </p:nvSpPr>
        <p:spPr>
          <a:xfrm>
            <a:off x="10801451" y="595393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325307CF-A225-0846-5DE5-2E8F1F0FD261}"/>
              </a:ext>
            </a:extLst>
          </p:cNvPr>
          <p:cNvSpPr txBox="1"/>
          <p:nvPr/>
        </p:nvSpPr>
        <p:spPr>
          <a:xfrm>
            <a:off x="11011937" y="595476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0A89E1E-FE53-9D1F-519A-BD9DB5DD4659}"/>
              </a:ext>
            </a:extLst>
          </p:cNvPr>
          <p:cNvSpPr txBox="1"/>
          <p:nvPr/>
        </p:nvSpPr>
        <p:spPr>
          <a:xfrm>
            <a:off x="11262968" y="594615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932D17DE-57D2-D843-CBAF-B22B708FBF93}"/>
              </a:ext>
            </a:extLst>
          </p:cNvPr>
          <p:cNvCxnSpPr>
            <a:cxnSpLocks/>
          </p:cNvCxnSpPr>
          <p:nvPr/>
        </p:nvCxnSpPr>
        <p:spPr>
          <a:xfrm flipH="1">
            <a:off x="10069357" y="5458022"/>
            <a:ext cx="297627" cy="486285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B145A50A-21E2-0302-DE4A-523CCB47324B}"/>
              </a:ext>
            </a:extLst>
          </p:cNvPr>
          <p:cNvCxnSpPr>
            <a:cxnSpLocks/>
            <a:endCxn id="235" idx="0"/>
          </p:cNvCxnSpPr>
          <p:nvPr/>
        </p:nvCxnSpPr>
        <p:spPr>
          <a:xfrm flipH="1">
            <a:off x="10313863" y="5461019"/>
            <a:ext cx="203047" cy="441623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C860EB38-AAB6-E158-44C1-762AE31D6757}"/>
              </a:ext>
            </a:extLst>
          </p:cNvPr>
          <p:cNvCxnSpPr>
            <a:cxnSpLocks/>
          </p:cNvCxnSpPr>
          <p:nvPr/>
        </p:nvCxnSpPr>
        <p:spPr>
          <a:xfrm flipH="1">
            <a:off x="10570539" y="5435699"/>
            <a:ext cx="108962" cy="446762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D2E51BB1-35F9-399F-2AD0-F0B51AA5D7D5}"/>
              </a:ext>
            </a:extLst>
          </p:cNvPr>
          <p:cNvCxnSpPr>
            <a:cxnSpLocks/>
          </p:cNvCxnSpPr>
          <p:nvPr/>
        </p:nvCxnSpPr>
        <p:spPr>
          <a:xfrm flipH="1">
            <a:off x="10815924" y="5435699"/>
            <a:ext cx="94489" cy="48630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D40F2527-2F5E-4083-8080-363054C91142}"/>
              </a:ext>
            </a:extLst>
          </p:cNvPr>
          <p:cNvCxnSpPr>
            <a:cxnSpLocks/>
            <a:stCxn id="227" idx="2"/>
          </p:cNvCxnSpPr>
          <p:nvPr/>
        </p:nvCxnSpPr>
        <p:spPr>
          <a:xfrm flipH="1">
            <a:off x="11073219" y="5441493"/>
            <a:ext cx="23264" cy="51162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9808C570-7582-E01E-B93E-F4D9E908C5FB}"/>
              </a:ext>
            </a:extLst>
          </p:cNvPr>
          <p:cNvCxnSpPr>
            <a:cxnSpLocks/>
          </p:cNvCxnSpPr>
          <p:nvPr/>
        </p:nvCxnSpPr>
        <p:spPr>
          <a:xfrm>
            <a:off x="11323939" y="5433921"/>
            <a:ext cx="0" cy="44854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740E7957-4D34-CB95-B692-E053110A731C}"/>
              </a:ext>
            </a:extLst>
          </p:cNvPr>
          <p:cNvCxnSpPr>
            <a:cxnSpLocks/>
            <a:endCxn id="240" idx="0"/>
          </p:cNvCxnSpPr>
          <p:nvPr/>
        </p:nvCxnSpPr>
        <p:spPr>
          <a:xfrm>
            <a:off x="11513998" y="5433921"/>
            <a:ext cx="1" cy="512238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47382AB3-2F41-5249-0AF8-1A17C44161F3}"/>
              </a:ext>
            </a:extLst>
          </p:cNvPr>
          <p:cNvCxnSpPr>
            <a:cxnSpLocks/>
            <a:endCxn id="233" idx="0"/>
          </p:cNvCxnSpPr>
          <p:nvPr/>
        </p:nvCxnSpPr>
        <p:spPr>
          <a:xfrm>
            <a:off x="11714222" y="5441184"/>
            <a:ext cx="50808" cy="504975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2" name="Rectangle 301">
            <a:hlinkClick r:id="rId5" action="ppaction://hlinksldjump"/>
            <a:extLst>
              <a:ext uri="{FF2B5EF4-FFF2-40B4-BE49-F238E27FC236}">
                <a16:creationId xmlns:a16="http://schemas.microsoft.com/office/drawing/2014/main" id="{3B573CDB-1F71-CB0C-1125-C7AD9607F46D}"/>
              </a:ext>
            </a:extLst>
          </p:cNvPr>
          <p:cNvSpPr/>
          <p:nvPr/>
        </p:nvSpPr>
        <p:spPr>
          <a:xfrm>
            <a:off x="3040142" y="6303088"/>
            <a:ext cx="2818450" cy="410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hints given throughout</a:t>
            </a:r>
          </a:p>
        </p:txBody>
      </p:sp>
    </p:spTree>
    <p:extLst>
      <p:ext uri="{BB962C8B-B14F-4D97-AF65-F5344CB8AC3E}">
        <p14:creationId xmlns:p14="http://schemas.microsoft.com/office/powerpoint/2010/main" val="3393916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9182E2F-834E-7BFE-88FD-A660AA6FAEAD}"/>
              </a:ext>
            </a:extLst>
          </p:cNvPr>
          <p:cNvSpPr/>
          <p:nvPr/>
        </p:nvSpPr>
        <p:spPr>
          <a:xfrm>
            <a:off x="7499927" y="140854"/>
            <a:ext cx="3842329" cy="6576291"/>
          </a:xfrm>
          <a:prstGeom prst="rect">
            <a:avLst/>
          </a:prstGeom>
          <a:solidFill>
            <a:schemeClr val="accent1">
              <a:alpha val="5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AA8C95-BA4A-6446-EC93-7C5C0695B3C6}"/>
              </a:ext>
            </a:extLst>
          </p:cNvPr>
          <p:cNvSpPr/>
          <p:nvPr/>
        </p:nvSpPr>
        <p:spPr>
          <a:xfrm>
            <a:off x="2601336" y="751461"/>
            <a:ext cx="4181475" cy="18383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FINAL BOX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B9411D-F99F-0AF8-D673-DF36BD8A2147}"/>
              </a:ext>
            </a:extLst>
          </p:cNvPr>
          <p:cNvSpPr/>
          <p:nvPr/>
        </p:nvSpPr>
        <p:spPr>
          <a:xfrm>
            <a:off x="412316" y="4547442"/>
            <a:ext cx="4181475" cy="18383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TAGOUT BOX</a:t>
            </a: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F335DBD3-41DF-7358-49C3-EA96444C64DC}"/>
              </a:ext>
            </a:extLst>
          </p:cNvPr>
          <p:cNvSpPr/>
          <p:nvPr/>
        </p:nvSpPr>
        <p:spPr>
          <a:xfrm>
            <a:off x="5717310" y="1154687"/>
            <a:ext cx="932875" cy="886691"/>
          </a:xfrm>
          <a:prstGeom prst="star5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PRIZES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B3DEEC-7DB9-657D-B248-272E7859B57B}"/>
              </a:ext>
            </a:extLst>
          </p:cNvPr>
          <p:cNvSpPr/>
          <p:nvPr/>
        </p:nvSpPr>
        <p:spPr>
          <a:xfrm>
            <a:off x="3777673" y="2165020"/>
            <a:ext cx="1976582" cy="10158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Locked by FINAL KEY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136750-4682-E381-F751-D133B9D6A689}"/>
              </a:ext>
            </a:extLst>
          </p:cNvPr>
          <p:cNvSpPr txBox="1"/>
          <p:nvPr/>
        </p:nvSpPr>
        <p:spPr>
          <a:xfrm>
            <a:off x="4253346" y="1718212"/>
            <a:ext cx="1025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Inter" panose="02000503000000020004" pitchFamily="2" charset="0"/>
                <a:ea typeface="Inter" panose="02000503000000020004" pitchFamily="2" charset="0"/>
              </a:rPr>
              <a:t>🔒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645D603-CE83-6800-2122-ADEC712FC4B2}"/>
              </a:ext>
            </a:extLst>
          </p:cNvPr>
          <p:cNvCxnSpPr>
            <a:cxnSpLocks/>
          </p:cNvCxnSpPr>
          <p:nvPr/>
        </p:nvCxnSpPr>
        <p:spPr>
          <a:xfrm flipV="1">
            <a:off x="3839369" y="3133514"/>
            <a:ext cx="483248" cy="226052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hlinkClick r:id="rId2" action="ppaction://hlinksldjump"/>
            <a:extLst>
              <a:ext uri="{FF2B5EF4-FFF2-40B4-BE49-F238E27FC236}">
                <a16:creationId xmlns:a16="http://schemas.microsoft.com/office/drawing/2014/main" id="{89942F40-F7F1-FD92-DFC6-D4EBD2C9A4C9}"/>
              </a:ext>
            </a:extLst>
          </p:cNvPr>
          <p:cNvSpPr/>
          <p:nvPr/>
        </p:nvSpPr>
        <p:spPr>
          <a:xfrm>
            <a:off x="8183418" y="594301"/>
            <a:ext cx="2411238" cy="54177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KEY A</a:t>
            </a:r>
          </a:p>
        </p:txBody>
      </p:sp>
      <p:sp>
        <p:nvSpPr>
          <p:cNvPr id="28" name="Rectangle 27">
            <a:hlinkClick r:id="rId3" action="ppaction://hlinksldjump"/>
            <a:extLst>
              <a:ext uri="{FF2B5EF4-FFF2-40B4-BE49-F238E27FC236}">
                <a16:creationId xmlns:a16="http://schemas.microsoft.com/office/drawing/2014/main" id="{2ABDBE0F-41DC-5F32-B430-FFE9B648222D}"/>
              </a:ext>
            </a:extLst>
          </p:cNvPr>
          <p:cNvSpPr/>
          <p:nvPr/>
        </p:nvSpPr>
        <p:spPr>
          <a:xfrm>
            <a:off x="7736001" y="5029643"/>
            <a:ext cx="2858655" cy="541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🗝️ CHOSEN ONE’S KEY</a:t>
            </a:r>
          </a:p>
        </p:txBody>
      </p:sp>
      <p:sp>
        <p:nvSpPr>
          <p:cNvPr id="29" name="Rectangle 28">
            <a:hlinkClick r:id="rId4" action="ppaction://hlinksldjump"/>
            <a:extLst>
              <a:ext uri="{FF2B5EF4-FFF2-40B4-BE49-F238E27FC236}">
                <a16:creationId xmlns:a16="http://schemas.microsoft.com/office/drawing/2014/main" id="{B24A6490-C421-D7E2-6481-00CF620FC976}"/>
              </a:ext>
            </a:extLst>
          </p:cNvPr>
          <p:cNvSpPr/>
          <p:nvPr/>
        </p:nvSpPr>
        <p:spPr>
          <a:xfrm>
            <a:off x="7869929" y="5799989"/>
            <a:ext cx="2724727" cy="541772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FACILITATOR’S KEY</a:t>
            </a:r>
          </a:p>
        </p:txBody>
      </p:sp>
      <p:sp>
        <p:nvSpPr>
          <p:cNvPr id="30" name="Rectangle 29">
            <a:hlinkClick r:id="rId5" action="ppaction://hlinksldjump"/>
            <a:extLst>
              <a:ext uri="{FF2B5EF4-FFF2-40B4-BE49-F238E27FC236}">
                <a16:creationId xmlns:a16="http://schemas.microsoft.com/office/drawing/2014/main" id="{6A27DF73-A330-2AD6-5D0B-D907BEF45675}"/>
              </a:ext>
            </a:extLst>
          </p:cNvPr>
          <p:cNvSpPr/>
          <p:nvPr/>
        </p:nvSpPr>
        <p:spPr>
          <a:xfrm>
            <a:off x="8183418" y="3553817"/>
            <a:ext cx="2411238" cy="5417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CRYPTEX KEY</a:t>
            </a:r>
          </a:p>
        </p:txBody>
      </p:sp>
      <p:sp>
        <p:nvSpPr>
          <p:cNvPr id="31" name="Rectangle 30">
            <a:hlinkClick r:id="rId6" action="ppaction://hlinksldjump"/>
            <a:extLst>
              <a:ext uri="{FF2B5EF4-FFF2-40B4-BE49-F238E27FC236}">
                <a16:creationId xmlns:a16="http://schemas.microsoft.com/office/drawing/2014/main" id="{6539BB85-9AEC-D667-DFAB-B69BC54EA054}"/>
              </a:ext>
            </a:extLst>
          </p:cNvPr>
          <p:cNvSpPr/>
          <p:nvPr/>
        </p:nvSpPr>
        <p:spPr>
          <a:xfrm>
            <a:off x="8183418" y="2783471"/>
            <a:ext cx="2411238" cy="54177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KEY D</a:t>
            </a:r>
          </a:p>
        </p:txBody>
      </p:sp>
      <p:sp>
        <p:nvSpPr>
          <p:cNvPr id="32" name="Rectangle 31">
            <a:hlinkClick r:id="rId7" action="ppaction://hlinksldjump"/>
            <a:extLst>
              <a:ext uri="{FF2B5EF4-FFF2-40B4-BE49-F238E27FC236}">
                <a16:creationId xmlns:a16="http://schemas.microsoft.com/office/drawing/2014/main" id="{73E3A4EA-46AC-DCE4-72EB-31A46CD8C684}"/>
              </a:ext>
            </a:extLst>
          </p:cNvPr>
          <p:cNvSpPr/>
          <p:nvPr/>
        </p:nvSpPr>
        <p:spPr>
          <a:xfrm>
            <a:off x="8183418" y="2025346"/>
            <a:ext cx="2411238" cy="541772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KEY C</a:t>
            </a:r>
          </a:p>
        </p:txBody>
      </p:sp>
      <p:sp>
        <p:nvSpPr>
          <p:cNvPr id="33" name="Rectangle 32">
            <a:hlinkClick r:id="rId8" action="ppaction://hlinksldjump"/>
            <a:extLst>
              <a:ext uri="{FF2B5EF4-FFF2-40B4-BE49-F238E27FC236}">
                <a16:creationId xmlns:a16="http://schemas.microsoft.com/office/drawing/2014/main" id="{7659E0EB-9C79-33F0-D8A7-4A56C64B6CF8}"/>
              </a:ext>
            </a:extLst>
          </p:cNvPr>
          <p:cNvSpPr/>
          <p:nvPr/>
        </p:nvSpPr>
        <p:spPr>
          <a:xfrm>
            <a:off x="8183418" y="1267221"/>
            <a:ext cx="2411238" cy="541772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🗝️ KEY B</a:t>
            </a:r>
          </a:p>
        </p:txBody>
      </p:sp>
      <p:sp>
        <p:nvSpPr>
          <p:cNvPr id="34" name="Rectangle 33">
            <a:hlinkClick r:id="rId9" action="ppaction://hlinksldjump"/>
            <a:extLst>
              <a:ext uri="{FF2B5EF4-FFF2-40B4-BE49-F238E27FC236}">
                <a16:creationId xmlns:a16="http://schemas.microsoft.com/office/drawing/2014/main" id="{A7971B87-47E8-8E40-107F-A74BA094312F}"/>
              </a:ext>
            </a:extLst>
          </p:cNvPr>
          <p:cNvSpPr/>
          <p:nvPr/>
        </p:nvSpPr>
        <p:spPr>
          <a:xfrm>
            <a:off x="8183418" y="4290883"/>
            <a:ext cx="2411238" cy="541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🗝️ KEY-AT-LARGE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3582307-5E5F-5611-9A2F-0269283D4EC5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5815951" y="4386412"/>
            <a:ext cx="168397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661D638E-07A4-74F1-7265-34727286DA0E}"/>
              </a:ext>
            </a:extLst>
          </p:cNvPr>
          <p:cNvSpPr/>
          <p:nvPr/>
        </p:nvSpPr>
        <p:spPr>
          <a:xfrm>
            <a:off x="2429163" y="4962946"/>
            <a:ext cx="2220046" cy="1184381"/>
          </a:xfrm>
          <a:prstGeom prst="star5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FINAL KEY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2610E7-5E7A-9218-4B17-74004B197716}"/>
              </a:ext>
            </a:extLst>
          </p:cNvPr>
          <p:cNvSpPr/>
          <p:nvPr/>
        </p:nvSpPr>
        <p:spPr>
          <a:xfrm>
            <a:off x="3839369" y="3878499"/>
            <a:ext cx="1976582" cy="1015826"/>
          </a:xfrm>
          <a:prstGeom prst="rect">
            <a:avLst/>
          </a:prstGeom>
          <a:gradFill>
            <a:gsLst>
              <a:gs pos="0">
                <a:srgbClr val="00B0F0"/>
              </a:gs>
              <a:gs pos="37000">
                <a:schemeClr val="accent3"/>
              </a:gs>
              <a:gs pos="72000">
                <a:schemeClr val="accent1"/>
              </a:gs>
              <a:gs pos="100000">
                <a:srgbClr val="FFFF00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Locked by EIGHT KEYS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F48A8C-A230-99C9-AE37-FB596F028B3F}"/>
              </a:ext>
            </a:extLst>
          </p:cNvPr>
          <p:cNvSpPr txBox="1"/>
          <p:nvPr/>
        </p:nvSpPr>
        <p:spPr>
          <a:xfrm>
            <a:off x="4709247" y="3414647"/>
            <a:ext cx="1025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Inter" panose="02000503000000020004" pitchFamily="2" charset="0"/>
                <a:ea typeface="Inter" panose="02000503000000020004" pitchFamily="2" charset="0"/>
              </a:rPr>
              <a:t>🔒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D6256B-8DE8-7048-A625-7A4CE9F7B86C}"/>
              </a:ext>
            </a:extLst>
          </p:cNvPr>
          <p:cNvSpPr txBox="1"/>
          <p:nvPr/>
        </p:nvSpPr>
        <p:spPr>
          <a:xfrm>
            <a:off x="272473" y="865187"/>
            <a:ext cx="20374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FINAL GOAL</a:t>
            </a:r>
          </a:p>
        </p:txBody>
      </p:sp>
    </p:spTree>
    <p:extLst>
      <p:ext uri="{BB962C8B-B14F-4D97-AF65-F5344CB8AC3E}">
        <p14:creationId xmlns:p14="http://schemas.microsoft.com/office/powerpoint/2010/main" val="458314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45F6DE-C134-49BD-CDEF-C5AB7C041D39}"/>
              </a:ext>
            </a:extLst>
          </p:cNvPr>
          <p:cNvSpPr txBox="1"/>
          <p:nvPr/>
        </p:nvSpPr>
        <p:spPr>
          <a:xfrm>
            <a:off x="124690" y="40393"/>
            <a:ext cx="2553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GIVEN</a:t>
            </a:r>
          </a:p>
        </p:txBody>
      </p:sp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2BA66955-353B-5B18-8682-D7163117BC78}"/>
              </a:ext>
            </a:extLst>
          </p:cNvPr>
          <p:cNvSpPr/>
          <p:nvPr/>
        </p:nvSpPr>
        <p:spPr>
          <a:xfrm>
            <a:off x="124690" y="1127359"/>
            <a:ext cx="3328411" cy="83099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BOX A (locked)</a:t>
            </a: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FC00A4D0-0730-CB5A-702C-2CB6F29EAB4D}"/>
              </a:ext>
            </a:extLst>
          </p:cNvPr>
          <p:cNvSpPr/>
          <p:nvPr/>
        </p:nvSpPr>
        <p:spPr>
          <a:xfrm>
            <a:off x="124690" y="2150680"/>
            <a:ext cx="3328411" cy="830998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B (locked)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3D56A22B-5258-C9AE-56F5-96B5B8FC8306}"/>
              </a:ext>
            </a:extLst>
          </p:cNvPr>
          <p:cNvSpPr/>
          <p:nvPr/>
        </p:nvSpPr>
        <p:spPr>
          <a:xfrm>
            <a:off x="124690" y="3099858"/>
            <a:ext cx="3328411" cy="830998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BOX C (locked)</a:t>
            </a:r>
          </a:p>
        </p:txBody>
      </p:sp>
      <p:sp>
        <p:nvSpPr>
          <p:cNvPr id="6" name="Rectangle 5">
            <a:hlinkClick r:id="rId5" action="ppaction://hlinksldjump"/>
            <a:extLst>
              <a:ext uri="{FF2B5EF4-FFF2-40B4-BE49-F238E27FC236}">
                <a16:creationId xmlns:a16="http://schemas.microsoft.com/office/drawing/2014/main" id="{E3414BFE-CB0C-B1A3-AD51-A3B2D809F24F}"/>
              </a:ext>
            </a:extLst>
          </p:cNvPr>
          <p:cNvSpPr/>
          <p:nvPr/>
        </p:nvSpPr>
        <p:spPr>
          <a:xfrm>
            <a:off x="124690" y="4068646"/>
            <a:ext cx="3328411" cy="83099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BOX D (locked)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AE2284-C485-9962-58FA-F43EDA284BFD}"/>
              </a:ext>
            </a:extLst>
          </p:cNvPr>
          <p:cNvSpPr/>
          <p:nvPr/>
        </p:nvSpPr>
        <p:spPr>
          <a:xfrm>
            <a:off x="4054764" y="509615"/>
            <a:ext cx="6761018" cy="1079041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6"/>
              </a:rPr>
              <a:t>PAPER PUZZLES</a:t>
            </a:r>
            <a:endParaRPr lang="en-US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Solve the puzzles to reveal each digit of </a:t>
            </a:r>
            <a:r>
              <a:rPr lang="en-US" sz="1600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/>
              </a:rPr>
              <a:t>COMBO A</a:t>
            </a:r>
            <a:endParaRPr lang="en-US" sz="1600" i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F02ABE-8381-60F8-4E3A-002E2E83F2E2}"/>
              </a:ext>
            </a:extLst>
          </p:cNvPr>
          <p:cNvSpPr/>
          <p:nvPr/>
        </p:nvSpPr>
        <p:spPr>
          <a:xfrm>
            <a:off x="4054764" y="1735180"/>
            <a:ext cx="3214254" cy="830999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7"/>
              </a:rPr>
              <a:t>NUMBER SHEETS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Find: One digit of </a:t>
            </a:r>
            <a:r>
              <a:rPr lang="en-US" sz="1600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COMBO D</a:t>
            </a:r>
            <a:endParaRPr lang="en-US" sz="1600" i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21BAD-E0A7-594E-2D1D-A05BFBB0CB55}"/>
              </a:ext>
            </a:extLst>
          </p:cNvPr>
          <p:cNvSpPr/>
          <p:nvPr/>
        </p:nvSpPr>
        <p:spPr>
          <a:xfrm>
            <a:off x="4054764" y="2788190"/>
            <a:ext cx="3740725" cy="1114361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8"/>
              </a:rPr>
              <a:t>PRESENTATION</a:t>
            </a:r>
            <a:endParaRPr lang="en-US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Given at 5:30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Find: One digit of </a:t>
            </a:r>
            <a:r>
              <a:rPr lang="en-US" sz="1600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COMBO D</a:t>
            </a:r>
            <a:endParaRPr lang="en-US" sz="1600" i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Find: </a:t>
            </a: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9" action="ppaction://hlinksldjump"/>
              </a:rPr>
              <a:t>INSTRUCTIONS</a:t>
            </a: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PASSWORD</a:t>
            </a:r>
          </a:p>
        </p:txBody>
      </p:sp>
      <p:sp>
        <p:nvSpPr>
          <p:cNvPr id="10" name="Rectangle 9">
            <a:hlinkClick r:id="rId10" action="ppaction://hlinksldjump"/>
            <a:extLst>
              <a:ext uri="{FF2B5EF4-FFF2-40B4-BE49-F238E27FC236}">
                <a16:creationId xmlns:a16="http://schemas.microsoft.com/office/drawing/2014/main" id="{412C7A38-C317-F602-CC4C-DFC10985CF37}"/>
              </a:ext>
            </a:extLst>
          </p:cNvPr>
          <p:cNvSpPr/>
          <p:nvPr/>
        </p:nvSpPr>
        <p:spPr>
          <a:xfrm>
            <a:off x="124690" y="5075515"/>
            <a:ext cx="3403601" cy="65512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TAGOUT BOX (locked)</a:t>
            </a:r>
          </a:p>
        </p:txBody>
      </p:sp>
      <p:sp>
        <p:nvSpPr>
          <p:cNvPr id="11" name="Rectangle 10">
            <a:hlinkClick r:id="rId10" action="ppaction://hlinksldjump"/>
            <a:extLst>
              <a:ext uri="{FF2B5EF4-FFF2-40B4-BE49-F238E27FC236}">
                <a16:creationId xmlns:a16="http://schemas.microsoft.com/office/drawing/2014/main" id="{6DBE0319-C649-005A-2184-453583A304E1}"/>
              </a:ext>
            </a:extLst>
          </p:cNvPr>
          <p:cNvSpPr/>
          <p:nvPr/>
        </p:nvSpPr>
        <p:spPr>
          <a:xfrm>
            <a:off x="106219" y="5906512"/>
            <a:ext cx="3328410" cy="55728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FINAL BOX (locked)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5DC5F0-4CAB-A608-A439-F57E72037344}"/>
              </a:ext>
            </a:extLst>
          </p:cNvPr>
          <p:cNvSpPr/>
          <p:nvPr/>
        </p:nvSpPr>
        <p:spPr>
          <a:xfrm>
            <a:off x="4054763" y="4124563"/>
            <a:ext cx="3740727" cy="7750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BLUE WATER BOTTLE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Secretly reveals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CRYPTEX HINT 1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4CD5A-2D69-A1B7-1A2C-D8ACEEC5D5BF}"/>
              </a:ext>
            </a:extLst>
          </p:cNvPr>
          <p:cNvSpPr/>
          <p:nvPr/>
        </p:nvSpPr>
        <p:spPr>
          <a:xfrm>
            <a:off x="4054762" y="5131430"/>
            <a:ext cx="3740727" cy="7750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GREEN SHARPIE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Secretly reveals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CRYPTEX HINT 2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52B59D-6477-A83B-AEF6-34765ED49CD4}"/>
              </a:ext>
            </a:extLst>
          </p:cNvPr>
          <p:cNvSpPr/>
          <p:nvPr/>
        </p:nvSpPr>
        <p:spPr>
          <a:xfrm>
            <a:off x="7970982" y="1695557"/>
            <a:ext cx="3740727" cy="7750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SWAG BAG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Secretly reveals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D HINT 3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DC3DC0-3644-88FF-FAED-DEF8DA1BFB1B}"/>
              </a:ext>
            </a:extLst>
          </p:cNvPr>
          <p:cNvSpPr/>
          <p:nvPr/>
        </p:nvSpPr>
        <p:spPr>
          <a:xfrm>
            <a:off x="8146475" y="2698789"/>
            <a:ext cx="3740727" cy="91792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SWAG BAG 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Secretly reveals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CHOSEN ONE’S KEY HINT 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8DE860-9E6C-DB00-114D-145C747CB168}"/>
              </a:ext>
            </a:extLst>
          </p:cNvPr>
          <p:cNvSpPr/>
          <p:nvPr/>
        </p:nvSpPr>
        <p:spPr>
          <a:xfrm>
            <a:off x="8423566" y="3793831"/>
            <a:ext cx="3463635" cy="102207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SWAG BAG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Secretly reveals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D HINT 4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Rectangle 17">
            <a:hlinkClick r:id="rId12" action="ppaction://hlinksldjump"/>
            <a:extLst>
              <a:ext uri="{FF2B5EF4-FFF2-40B4-BE49-F238E27FC236}">
                <a16:creationId xmlns:a16="http://schemas.microsoft.com/office/drawing/2014/main" id="{3B7EBD4A-B64D-989A-9658-C78C652EBE7B}"/>
              </a:ext>
            </a:extLst>
          </p:cNvPr>
          <p:cNvSpPr/>
          <p:nvPr/>
        </p:nvSpPr>
        <p:spPr>
          <a:xfrm>
            <a:off x="8572645" y="5135868"/>
            <a:ext cx="3011054" cy="102207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SWAG BAG 4</a:t>
            </a:r>
            <a:endParaRPr lang="en-US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Secretly contains CHOSEN ONE’S KEY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C8F634-0540-E7F7-6BEE-6B01B5B619C2}"/>
              </a:ext>
            </a:extLst>
          </p:cNvPr>
          <p:cNvSpPr/>
          <p:nvPr/>
        </p:nvSpPr>
        <p:spPr>
          <a:xfrm>
            <a:off x="5929745" y="81489"/>
            <a:ext cx="4618185" cy="86999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Inter" panose="02000503000000020004" pitchFamily="2" charset="0"/>
                <a:ea typeface="Inter" panose="02000503000000020004" pitchFamily="2" charset="0"/>
              </a:rPr>
              <a:t>STARTING POINT</a:t>
            </a:r>
          </a:p>
        </p:txBody>
      </p:sp>
    </p:spTree>
    <p:extLst>
      <p:ext uri="{BB962C8B-B14F-4D97-AF65-F5344CB8AC3E}">
        <p14:creationId xmlns:p14="http://schemas.microsoft.com/office/powerpoint/2010/main" val="357196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35CB2E-F839-8C12-893E-5B2C96218B37}"/>
              </a:ext>
            </a:extLst>
          </p:cNvPr>
          <p:cNvSpPr/>
          <p:nvPr/>
        </p:nvSpPr>
        <p:spPr>
          <a:xfrm>
            <a:off x="203201" y="931293"/>
            <a:ext cx="11822544" cy="54544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BOX A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F85C296C-C4FB-E8FF-1C4F-7F8BB376CBB5}"/>
              </a:ext>
            </a:extLst>
          </p:cNvPr>
          <p:cNvSpPr/>
          <p:nvPr/>
        </p:nvSpPr>
        <p:spPr>
          <a:xfrm>
            <a:off x="2854036" y="5655821"/>
            <a:ext cx="2411238" cy="54177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KEY 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B0BE024-9375-84F0-CB87-4BB927C9CB8D}"/>
              </a:ext>
            </a:extLst>
          </p:cNvPr>
          <p:cNvGrpSpPr/>
          <p:nvPr/>
        </p:nvGrpSpPr>
        <p:grpSpPr>
          <a:xfrm>
            <a:off x="480290" y="5280376"/>
            <a:ext cx="1976582" cy="1462634"/>
            <a:chOff x="1551708" y="3592721"/>
            <a:chExt cx="1976582" cy="1462634"/>
          </a:xfrm>
        </p:grpSpPr>
        <p:sp>
          <p:nvSpPr>
            <p:cNvPr id="6" name="Rectangle 5">
              <a:hlinkClick r:id="rId3" action="ppaction://hlinksldjump"/>
              <a:extLst>
                <a:ext uri="{FF2B5EF4-FFF2-40B4-BE49-F238E27FC236}">
                  <a16:creationId xmlns:a16="http://schemas.microsoft.com/office/drawing/2014/main" id="{CB0E4947-AD80-E8F7-E184-7D89C419E442}"/>
                </a:ext>
              </a:extLst>
            </p:cNvPr>
            <p:cNvSpPr/>
            <p:nvPr/>
          </p:nvSpPr>
          <p:spPr>
            <a:xfrm>
              <a:off x="1551708" y="4039529"/>
              <a:ext cx="1976582" cy="101582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Locked by </a:t>
              </a:r>
              <a:r>
                <a:rPr lang="en-US" i="1" dirty="0">
                  <a:latin typeface="Inter" panose="02000503000000020004" pitchFamily="2" charset="0"/>
                  <a:ea typeface="Inter" panose="02000503000000020004" pitchFamily="2" charset="0"/>
                </a:rPr>
                <a:t>COMBO 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3A3ECB-A0B7-6AFD-F448-F678F2DF7307}"/>
                </a:ext>
              </a:extLst>
            </p:cNvPr>
            <p:cNvSpPr txBox="1"/>
            <p:nvPr/>
          </p:nvSpPr>
          <p:spPr>
            <a:xfrm>
              <a:off x="2027381" y="3592721"/>
              <a:ext cx="10252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Inter" panose="02000503000000020004" pitchFamily="2" charset="0"/>
                  <a:ea typeface="Inter" panose="02000503000000020004" pitchFamily="2" charset="0"/>
                </a:rPr>
                <a:t>🔒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B3033BA-7229-7B72-FC22-7F07D870D860}"/>
              </a:ext>
            </a:extLst>
          </p:cNvPr>
          <p:cNvSpPr/>
          <p:nvPr/>
        </p:nvSpPr>
        <p:spPr>
          <a:xfrm>
            <a:off x="5555673" y="3531355"/>
            <a:ext cx="2101272" cy="129002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MP3 PLAYER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CFBC36-56E4-42C5-5553-EC5C1AB7C6B1}"/>
              </a:ext>
            </a:extLst>
          </p:cNvPr>
          <p:cNvSpPr/>
          <p:nvPr/>
        </p:nvSpPr>
        <p:spPr>
          <a:xfrm>
            <a:off x="6606309" y="1162227"/>
            <a:ext cx="2297546" cy="1290027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INSTRUCTIONAL DVD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DB4919-E767-39A8-84C3-5AA0BEC01705}"/>
              </a:ext>
            </a:extLst>
          </p:cNvPr>
          <p:cNvSpPr/>
          <p:nvPr/>
        </p:nvSpPr>
        <p:spPr>
          <a:xfrm>
            <a:off x="8208818" y="2886342"/>
            <a:ext cx="2297546" cy="5232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CRYPTEX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F5B08-4413-0B6F-0EA6-8DE3BDA7F3B6}"/>
              </a:ext>
            </a:extLst>
          </p:cNvPr>
          <p:cNvSpPr/>
          <p:nvPr/>
        </p:nvSpPr>
        <p:spPr>
          <a:xfrm>
            <a:off x="2213266" y="2381186"/>
            <a:ext cx="2873662" cy="129002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QR CODE PUZZLE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BFCB38-25CD-E37E-7B2B-4FEDA81EEC7D}"/>
              </a:ext>
            </a:extLst>
          </p:cNvPr>
          <p:cNvSpPr/>
          <p:nvPr/>
        </p:nvSpPr>
        <p:spPr>
          <a:xfrm>
            <a:off x="2213266" y="3698156"/>
            <a:ext cx="2873662" cy="855371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BOX C ASCII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8967D5-5086-89D9-3FED-D508C44ADE2C}"/>
              </a:ext>
            </a:extLst>
          </p:cNvPr>
          <p:cNvSpPr txBox="1"/>
          <p:nvPr/>
        </p:nvSpPr>
        <p:spPr>
          <a:xfrm>
            <a:off x="124690" y="40393"/>
            <a:ext cx="2553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BOX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20AFC8-E87C-3733-F148-623D785A0A5A}"/>
              </a:ext>
            </a:extLst>
          </p:cNvPr>
          <p:cNvSpPr txBox="1"/>
          <p:nvPr/>
        </p:nvSpPr>
        <p:spPr>
          <a:xfrm>
            <a:off x="2315169" y="1998383"/>
            <a:ext cx="2669855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Put the pieces together to reveal the QR code that goes to the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6"/>
              </a:rPr>
              <a:t>ASCII table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AE3BD-1F9E-111B-C889-43F9DDE8B2C0}"/>
              </a:ext>
            </a:extLst>
          </p:cNvPr>
          <p:cNvSpPr txBox="1"/>
          <p:nvPr/>
        </p:nvSpPr>
        <p:spPr>
          <a:xfrm>
            <a:off x="2269231" y="4423686"/>
            <a:ext cx="2669855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Decode the numbers as ASCII to reveal the next clue: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7" action="ppaction://hlinksldjump"/>
              </a:rPr>
              <a:t>MIDTOWN22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E0E7C7-FEBE-692F-D966-85CC2E7DE8F5}"/>
              </a:ext>
            </a:extLst>
          </p:cNvPr>
          <p:cNvSpPr txBox="1"/>
          <p:nvPr/>
        </p:nvSpPr>
        <p:spPr>
          <a:xfrm>
            <a:off x="5461852" y="2849591"/>
            <a:ext cx="2372042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Locked by MP3 PLAYER CODE, revealed from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8" action="ppaction://hlinksldjump"/>
              </a:rPr>
              <a:t>PLATFORMER HACKER GAME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D3DA8E-E498-C091-C862-C8D10753B440}"/>
              </a:ext>
            </a:extLst>
          </p:cNvPr>
          <p:cNvSpPr txBox="1"/>
          <p:nvPr/>
        </p:nvSpPr>
        <p:spPr>
          <a:xfrm>
            <a:off x="8541903" y="3296002"/>
            <a:ext cx="266985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Locked by CRYPTEX CODE, revealed from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9" action="ppaction://hlinksldjump"/>
              </a:rPr>
              <a:t>HINTS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45E596-5147-04DB-B0B8-AB6B92949973}"/>
              </a:ext>
            </a:extLst>
          </p:cNvPr>
          <p:cNvSpPr txBox="1"/>
          <p:nvPr/>
        </p:nvSpPr>
        <p:spPr>
          <a:xfrm>
            <a:off x="8541903" y="1999628"/>
            <a:ext cx="2669855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Watch the DVD to reveal the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10" action="ppaction://hlinksldjump"/>
              </a:rPr>
              <a:t>PROJECTS URL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, and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9" action="ppaction://hlinksldjump"/>
              </a:rPr>
              <a:t>KEY D HINT 5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76161D-55CC-92E8-BA61-0AD94F399B71}"/>
              </a:ext>
            </a:extLst>
          </p:cNvPr>
          <p:cNvSpPr txBox="1"/>
          <p:nvPr/>
        </p:nvSpPr>
        <p:spPr>
          <a:xfrm>
            <a:off x="5461852" y="4485462"/>
            <a:ext cx="2546502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Contains MELODY COMBINATION (aka </a:t>
            </a:r>
            <a:r>
              <a:rPr lang="en-US" sz="1400" i="1" dirty="0">
                <a:latin typeface="Inter" panose="02000503000000020004" pitchFamily="2" charset="0"/>
                <a:ea typeface="Inter" panose="02000503000000020004" pitchFamily="2" charset="0"/>
              </a:rPr>
              <a:t>COMBO B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), and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9" action="ppaction://hlinksldjump"/>
              </a:rPr>
              <a:t>KEY D HINT 2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D4012D-CC69-758B-9DA2-CB2B4651A515}"/>
              </a:ext>
            </a:extLst>
          </p:cNvPr>
          <p:cNvSpPr/>
          <p:nvPr/>
        </p:nvSpPr>
        <p:spPr>
          <a:xfrm>
            <a:off x="8383278" y="5003691"/>
            <a:ext cx="2297546" cy="95410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D HINT 1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DCEC2D-D089-E670-0645-FB6BAC20948A}"/>
              </a:ext>
            </a:extLst>
          </p:cNvPr>
          <p:cNvSpPr/>
          <p:nvPr/>
        </p:nvSpPr>
        <p:spPr>
          <a:xfrm>
            <a:off x="8477099" y="4070811"/>
            <a:ext cx="2297546" cy="5232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CRYPTEX HINT 3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885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2E468-47CE-81D4-FA9D-692E7A878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CC084B-D262-513C-4AA3-956EF0E7BF73}"/>
              </a:ext>
            </a:extLst>
          </p:cNvPr>
          <p:cNvSpPr/>
          <p:nvPr/>
        </p:nvSpPr>
        <p:spPr>
          <a:xfrm>
            <a:off x="7230359" y="4713696"/>
            <a:ext cx="4509492" cy="1838325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B</a:t>
            </a:r>
          </a:p>
        </p:txBody>
      </p:sp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081F3D58-F44A-9E0B-30DA-F8DCBF9532CE}"/>
              </a:ext>
            </a:extLst>
          </p:cNvPr>
          <p:cNvSpPr/>
          <p:nvPr/>
        </p:nvSpPr>
        <p:spPr>
          <a:xfrm>
            <a:off x="8210194" y="5397531"/>
            <a:ext cx="1988483" cy="541772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🗝️ KEY B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6ADC54-1B81-B1BC-D8EA-DFE92813D93B}"/>
              </a:ext>
            </a:extLst>
          </p:cNvPr>
          <p:cNvGrpSpPr/>
          <p:nvPr/>
        </p:nvGrpSpPr>
        <p:grpSpPr>
          <a:xfrm>
            <a:off x="8697768" y="3758975"/>
            <a:ext cx="1976582" cy="1462634"/>
            <a:chOff x="1551708" y="3592721"/>
            <a:chExt cx="1976582" cy="14626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A1ABE68-CE9E-29A0-A157-EFA467620D71}"/>
                </a:ext>
              </a:extLst>
            </p:cNvPr>
            <p:cNvSpPr/>
            <p:nvPr/>
          </p:nvSpPr>
          <p:spPr>
            <a:xfrm>
              <a:off x="1551708" y="4039529"/>
              <a:ext cx="1976582" cy="101582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Locked by </a:t>
              </a:r>
              <a:r>
                <a:rPr lang="en-US" i="1" dirty="0">
                  <a:latin typeface="Inter" panose="02000503000000020004" pitchFamily="2" charset="0"/>
                  <a:ea typeface="Inter" panose="02000503000000020004" pitchFamily="2" charset="0"/>
                </a:rPr>
                <a:t>COMBO B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0B35B9-3374-F43B-BCE5-6E7BD61994CE}"/>
                </a:ext>
              </a:extLst>
            </p:cNvPr>
            <p:cNvSpPr txBox="1"/>
            <p:nvPr/>
          </p:nvSpPr>
          <p:spPr>
            <a:xfrm>
              <a:off x="2027381" y="3592721"/>
              <a:ext cx="10252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Inter" panose="02000503000000020004" pitchFamily="2" charset="0"/>
                  <a:ea typeface="Inter" panose="02000503000000020004" pitchFamily="2" charset="0"/>
                </a:rPr>
                <a:t>🔒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EFFF95D-FFD7-47E2-88F1-C3AC292F6189}"/>
              </a:ext>
            </a:extLst>
          </p:cNvPr>
          <p:cNvSpPr txBox="1"/>
          <p:nvPr/>
        </p:nvSpPr>
        <p:spPr>
          <a:xfrm>
            <a:off x="124690" y="40393"/>
            <a:ext cx="2553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BOX B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454A77-DB20-1926-E36A-F206943B71EE}"/>
              </a:ext>
            </a:extLst>
          </p:cNvPr>
          <p:cNvSpPr/>
          <p:nvPr/>
        </p:nvSpPr>
        <p:spPr>
          <a:xfrm>
            <a:off x="403513" y="1449987"/>
            <a:ext cx="5129070" cy="18383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From </a:t>
            </a:r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BOX A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6E7F7A-4663-586F-2588-760B38A545B6}"/>
              </a:ext>
            </a:extLst>
          </p:cNvPr>
          <p:cNvSpPr/>
          <p:nvPr/>
        </p:nvSpPr>
        <p:spPr>
          <a:xfrm>
            <a:off x="2320636" y="1724135"/>
            <a:ext cx="2297546" cy="1290027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INSTRUCTIONAL DVD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268F0C5-0B4D-88A0-5C05-D7A19DBF5607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3469409" y="3014162"/>
            <a:ext cx="0" cy="92052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457D60B-02D8-C43B-99C9-9316FD636383}"/>
              </a:ext>
            </a:extLst>
          </p:cNvPr>
          <p:cNvSpPr/>
          <p:nvPr/>
        </p:nvSpPr>
        <p:spPr>
          <a:xfrm>
            <a:off x="2345460" y="3934691"/>
            <a:ext cx="2297546" cy="1290027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PROJECTS SITE</a:t>
            </a:r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URL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0C97C17-840F-CB6C-C146-C599422C0CD7}"/>
              </a:ext>
            </a:extLst>
          </p:cNvPr>
          <p:cNvCxnSpPr>
            <a:cxnSpLocks/>
          </p:cNvCxnSpPr>
          <p:nvPr/>
        </p:nvCxnSpPr>
        <p:spPr>
          <a:xfrm flipV="1">
            <a:off x="4644160" y="4082140"/>
            <a:ext cx="5041899" cy="3231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9E33070-E84C-0799-4235-598A8E1A058E}"/>
              </a:ext>
            </a:extLst>
          </p:cNvPr>
          <p:cNvSpPr txBox="1"/>
          <p:nvPr/>
        </p:nvSpPr>
        <p:spPr>
          <a:xfrm rot="21365520">
            <a:off x="5194950" y="3836399"/>
            <a:ext cx="2794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EXPLORE PROJECTS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2B7C27-B89A-B485-EC94-3E3F09EF38F0}"/>
              </a:ext>
            </a:extLst>
          </p:cNvPr>
          <p:cNvSpPr txBox="1"/>
          <p:nvPr/>
        </p:nvSpPr>
        <p:spPr>
          <a:xfrm>
            <a:off x="6773784" y="1267947"/>
            <a:ext cx="42243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block removal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squirrels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minor chord progression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337B1A-7346-9482-215B-1D69E34F4311}"/>
              </a:ext>
            </a:extLst>
          </p:cNvPr>
          <p:cNvSpPr/>
          <p:nvPr/>
        </p:nvSpPr>
        <p:spPr>
          <a:xfrm>
            <a:off x="10409619" y="5529999"/>
            <a:ext cx="1012583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 HINT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901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54049-0FCB-A839-D3A3-29481E87D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9747021-E0F5-1FA5-E99F-DD5A6A2A8F54}"/>
              </a:ext>
            </a:extLst>
          </p:cNvPr>
          <p:cNvSpPr/>
          <p:nvPr/>
        </p:nvSpPr>
        <p:spPr>
          <a:xfrm>
            <a:off x="6202837" y="4764816"/>
            <a:ext cx="5427013" cy="1838325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BOX C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436D1914-B664-6A02-C56C-21D31201F8A8}"/>
              </a:ext>
            </a:extLst>
          </p:cNvPr>
          <p:cNvSpPr/>
          <p:nvPr/>
        </p:nvSpPr>
        <p:spPr>
          <a:xfrm>
            <a:off x="8883057" y="5780642"/>
            <a:ext cx="2411238" cy="541772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KEY C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756840-CE49-E80F-EF8B-508949B7B2D3}"/>
              </a:ext>
            </a:extLst>
          </p:cNvPr>
          <p:cNvGrpSpPr/>
          <p:nvPr/>
        </p:nvGrpSpPr>
        <p:grpSpPr>
          <a:xfrm>
            <a:off x="8587767" y="3810095"/>
            <a:ext cx="1976582" cy="1462634"/>
            <a:chOff x="1551708" y="3592721"/>
            <a:chExt cx="1976582" cy="146263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FB5A98-2932-BBFD-A23C-F1EB7BD0B9C4}"/>
                </a:ext>
              </a:extLst>
            </p:cNvPr>
            <p:cNvSpPr/>
            <p:nvPr/>
          </p:nvSpPr>
          <p:spPr>
            <a:xfrm>
              <a:off x="1551708" y="4039529"/>
              <a:ext cx="1976582" cy="101582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Locked by </a:t>
              </a:r>
              <a:r>
                <a:rPr lang="en-US" i="1" dirty="0">
                  <a:latin typeface="Inter" panose="02000503000000020004" pitchFamily="2" charset="0"/>
                  <a:ea typeface="Inter" panose="02000503000000020004" pitchFamily="2" charset="0"/>
                </a:rPr>
                <a:t>COMBO C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3970A95-58C5-08EF-92AC-0D291D4572E4}"/>
                </a:ext>
              </a:extLst>
            </p:cNvPr>
            <p:cNvSpPr txBox="1"/>
            <p:nvPr/>
          </p:nvSpPr>
          <p:spPr>
            <a:xfrm>
              <a:off x="2027381" y="3592721"/>
              <a:ext cx="10252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Inter" panose="02000503000000020004" pitchFamily="2" charset="0"/>
                  <a:ea typeface="Inter" panose="02000503000000020004" pitchFamily="2" charset="0"/>
                </a:rPr>
                <a:t>🔒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49907DC-940F-A5D8-42CD-A46352D1B74C}"/>
              </a:ext>
            </a:extLst>
          </p:cNvPr>
          <p:cNvSpPr txBox="1"/>
          <p:nvPr/>
        </p:nvSpPr>
        <p:spPr>
          <a:xfrm>
            <a:off x="124690" y="40393"/>
            <a:ext cx="2553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BOX 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C125B9-CFAC-41A2-E587-AC16D93D01FC}"/>
              </a:ext>
            </a:extLst>
          </p:cNvPr>
          <p:cNvSpPr/>
          <p:nvPr/>
        </p:nvSpPr>
        <p:spPr>
          <a:xfrm>
            <a:off x="403512" y="1449987"/>
            <a:ext cx="7818583" cy="18383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From </a:t>
            </a:r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BOX A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9B7542-C35B-C19C-5376-30BFD3B8257B}"/>
              </a:ext>
            </a:extLst>
          </p:cNvPr>
          <p:cNvSpPr/>
          <p:nvPr/>
        </p:nvSpPr>
        <p:spPr>
          <a:xfrm>
            <a:off x="879185" y="2014036"/>
            <a:ext cx="2873662" cy="941599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QR CODE PUZZLE</a:t>
            </a:r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+ </a:t>
            </a:r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BOX C ASCII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69B1A2-8D72-AAE6-97E2-13B19F184641}"/>
              </a:ext>
            </a:extLst>
          </p:cNvPr>
          <p:cNvCxnSpPr>
            <a:cxnSpLocks/>
          </p:cNvCxnSpPr>
          <p:nvPr/>
        </p:nvCxnSpPr>
        <p:spPr>
          <a:xfrm>
            <a:off x="2352386" y="2918690"/>
            <a:ext cx="249382" cy="941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79FB65E-4D61-2884-7215-76F5E0270B31}"/>
              </a:ext>
            </a:extLst>
          </p:cNvPr>
          <p:cNvSpPr/>
          <p:nvPr/>
        </p:nvSpPr>
        <p:spPr>
          <a:xfrm>
            <a:off x="1944686" y="3860289"/>
            <a:ext cx="2296536" cy="646331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MIDTOWN22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EF8E00-AAF2-89C3-6644-1C3E34C341BE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4241222" y="4183455"/>
            <a:ext cx="39290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B4C058B-86F4-7E1A-A7B9-B691C7CB501B}"/>
              </a:ext>
            </a:extLst>
          </p:cNvPr>
          <p:cNvSpPr/>
          <p:nvPr/>
        </p:nvSpPr>
        <p:spPr>
          <a:xfrm>
            <a:off x="4634128" y="3860289"/>
            <a:ext cx="2296536" cy="646331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PLATFORMER HACKER GAME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BEF92B-032F-E149-ECD9-BB73E5CC98E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5782396" y="2405089"/>
            <a:ext cx="0" cy="14552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364DFA8-C586-0609-DA35-E19F2419749B}"/>
              </a:ext>
            </a:extLst>
          </p:cNvPr>
          <p:cNvSpPr txBox="1"/>
          <p:nvPr/>
        </p:nvSpPr>
        <p:spPr>
          <a:xfrm>
            <a:off x="4036147" y="2639408"/>
            <a:ext cx="1746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MP3 PLAYER COMBO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1E13F1-01DD-0B71-D63C-505C9865EEFD}"/>
              </a:ext>
            </a:extLst>
          </p:cNvPr>
          <p:cNvSpPr/>
          <p:nvPr/>
        </p:nvSpPr>
        <p:spPr>
          <a:xfrm>
            <a:off x="5439098" y="1896177"/>
            <a:ext cx="1856295" cy="472972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MP3 PLAYER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55A33C7-00D9-37F1-CA55-A7F44C8F88AC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7295393" y="2132663"/>
            <a:ext cx="2353720" cy="194947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2E59F39-9E8D-4579-630B-D039B6F3470D}"/>
              </a:ext>
            </a:extLst>
          </p:cNvPr>
          <p:cNvSpPr txBox="1"/>
          <p:nvPr/>
        </p:nvSpPr>
        <p:spPr>
          <a:xfrm rot="2412200">
            <a:off x="8175874" y="2735472"/>
            <a:ext cx="1746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MELODY:&gt; COMBO C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292BB42-F9B3-DD05-77AC-F49E4AD1EF7E}"/>
              </a:ext>
            </a:extLst>
          </p:cNvPr>
          <p:cNvSpPr/>
          <p:nvPr/>
        </p:nvSpPr>
        <p:spPr>
          <a:xfrm>
            <a:off x="7404727" y="5558644"/>
            <a:ext cx="1171554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GREEN HINT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471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C51AC-0065-8200-D15D-E7C3DF3E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2F9628-E40F-3632-0C4D-48CE382D7DA2}"/>
              </a:ext>
            </a:extLst>
          </p:cNvPr>
          <p:cNvSpPr/>
          <p:nvPr/>
        </p:nvSpPr>
        <p:spPr>
          <a:xfrm>
            <a:off x="412316" y="4547442"/>
            <a:ext cx="5498290" cy="183832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BOX D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9A57CB13-D4C4-4423-1F5B-76BAA1446FDF}"/>
              </a:ext>
            </a:extLst>
          </p:cNvPr>
          <p:cNvSpPr/>
          <p:nvPr/>
        </p:nvSpPr>
        <p:spPr>
          <a:xfrm>
            <a:off x="3243438" y="5229628"/>
            <a:ext cx="2411238" cy="54177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KEY 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F2F946-4C7F-AB2F-4D81-584105EE03E8}"/>
              </a:ext>
            </a:extLst>
          </p:cNvPr>
          <p:cNvGrpSpPr/>
          <p:nvPr/>
        </p:nvGrpSpPr>
        <p:grpSpPr>
          <a:xfrm>
            <a:off x="1551708" y="3592721"/>
            <a:ext cx="1976582" cy="1462634"/>
            <a:chOff x="1551708" y="3592721"/>
            <a:chExt cx="1976582" cy="146263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C3412F-5333-AF94-7E4C-A2B9D4F78C42}"/>
                </a:ext>
              </a:extLst>
            </p:cNvPr>
            <p:cNvSpPr/>
            <p:nvPr/>
          </p:nvSpPr>
          <p:spPr>
            <a:xfrm>
              <a:off x="1551708" y="4039529"/>
              <a:ext cx="1976582" cy="101582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Locked by </a:t>
              </a:r>
              <a:r>
                <a:rPr lang="en-US" i="1" dirty="0">
                  <a:latin typeface="Inter" panose="02000503000000020004" pitchFamily="2" charset="0"/>
                  <a:ea typeface="Inter" panose="02000503000000020004" pitchFamily="2" charset="0"/>
                </a:rPr>
                <a:t>COMBO 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5B43DE-95A2-A7B3-A3DF-733971E751AC}"/>
                </a:ext>
              </a:extLst>
            </p:cNvPr>
            <p:cNvSpPr txBox="1"/>
            <p:nvPr/>
          </p:nvSpPr>
          <p:spPr>
            <a:xfrm>
              <a:off x="2027381" y="3592721"/>
              <a:ext cx="10252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Inter" panose="02000503000000020004" pitchFamily="2" charset="0"/>
                  <a:ea typeface="Inter" panose="02000503000000020004" pitchFamily="2" charset="0"/>
                </a:rPr>
                <a:t>🔒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57D69B5-6B58-AE3E-1FF0-59D93883F336}"/>
              </a:ext>
            </a:extLst>
          </p:cNvPr>
          <p:cNvSpPr txBox="1"/>
          <p:nvPr/>
        </p:nvSpPr>
        <p:spPr>
          <a:xfrm>
            <a:off x="124690" y="40393"/>
            <a:ext cx="2553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BOX 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FDE61E-1871-41A5-45E5-A0BA2AF805ED}"/>
              </a:ext>
            </a:extLst>
          </p:cNvPr>
          <p:cNvSpPr/>
          <p:nvPr/>
        </p:nvSpPr>
        <p:spPr>
          <a:xfrm>
            <a:off x="6528663" y="2247987"/>
            <a:ext cx="2873662" cy="94159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CABBE2-D65E-BD38-6755-60202C80F8CC}"/>
              </a:ext>
            </a:extLst>
          </p:cNvPr>
          <p:cNvSpPr/>
          <p:nvPr/>
        </p:nvSpPr>
        <p:spPr>
          <a:xfrm>
            <a:off x="6528663" y="3189586"/>
            <a:ext cx="2873662" cy="94159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NUMBER SHEETS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9CC0E8-B0A3-A3A5-5435-B6F1C2187A0D}"/>
              </a:ext>
            </a:extLst>
          </p:cNvPr>
          <p:cNvSpPr/>
          <p:nvPr/>
        </p:nvSpPr>
        <p:spPr>
          <a:xfrm>
            <a:off x="6528663" y="1301140"/>
            <a:ext cx="3692815" cy="94159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PLATFORMER HACKER GAME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29ADC9-19B3-387F-333B-8BC39BBDEE50}"/>
              </a:ext>
            </a:extLst>
          </p:cNvPr>
          <p:cNvSpPr/>
          <p:nvPr/>
        </p:nvSpPr>
        <p:spPr>
          <a:xfrm>
            <a:off x="6528663" y="4144462"/>
            <a:ext cx="3692815" cy="94159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INSTRUCTIONS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D67106-5E96-98F6-B7E0-B98EC118D4C3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2539999" y="1771940"/>
            <a:ext cx="3988664" cy="214394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2C1811-44B8-0EEC-DBB3-D2F94E6C33FF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571316" y="2718787"/>
            <a:ext cx="3957347" cy="121037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7A5A53-57F7-74EB-3CB3-1A45DCDDB31C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503053" y="3660386"/>
            <a:ext cx="4025610" cy="2820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2764CB-18D8-E427-B5FE-6E803AF6EA19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2539999" y="3965347"/>
            <a:ext cx="3988664" cy="64991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DC2F0D-C001-8586-3583-8C32A034C8F2}"/>
              </a:ext>
            </a:extLst>
          </p:cNvPr>
          <p:cNvSpPr txBox="1"/>
          <p:nvPr/>
        </p:nvSpPr>
        <p:spPr>
          <a:xfrm>
            <a:off x="3052617" y="506137"/>
            <a:ext cx="3169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Each digit appearing somewhere in </a:t>
            </a:r>
            <a:r>
              <a:rPr lang="en-US" b="1" dirty="0">
                <a:solidFill>
                  <a:schemeClr val="accent3"/>
                </a:solidFill>
                <a:latin typeface="Consolas" panose="020B0609020204030204" pitchFamily="49" charset="0"/>
                <a:ea typeface="Inter" panose="02000503000000020004" pitchFamily="2" charset="0"/>
              </a:rPr>
              <a:t>green monospace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and entered in ascending order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D6AE6A-B3F2-FEC7-D3AF-F9D660BB9893}"/>
              </a:ext>
            </a:extLst>
          </p:cNvPr>
          <p:cNvSpPr/>
          <p:nvPr/>
        </p:nvSpPr>
        <p:spPr>
          <a:xfrm>
            <a:off x="1401617" y="5563268"/>
            <a:ext cx="1674888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KEY-AT-LARGE HINT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718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6E68E-EE0A-0859-D44B-50DD9E41A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CC3EA5E-3D7B-376C-2B03-1672A548238B}"/>
              </a:ext>
            </a:extLst>
          </p:cNvPr>
          <p:cNvSpPr/>
          <p:nvPr/>
        </p:nvSpPr>
        <p:spPr>
          <a:xfrm>
            <a:off x="1958188" y="3757095"/>
            <a:ext cx="3167524" cy="123894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GREEN SHARPIE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537415-E10E-1EAF-89A6-922FB9278DA4}"/>
              </a:ext>
            </a:extLst>
          </p:cNvPr>
          <p:cNvSpPr/>
          <p:nvPr/>
        </p:nvSpPr>
        <p:spPr>
          <a:xfrm>
            <a:off x="7070985" y="434990"/>
            <a:ext cx="3740727" cy="17220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BLUE WATER BOTTLE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ED270E-8BEF-2068-EE4D-12D8A2E8B005}"/>
              </a:ext>
            </a:extLst>
          </p:cNvPr>
          <p:cNvSpPr/>
          <p:nvPr/>
        </p:nvSpPr>
        <p:spPr>
          <a:xfrm>
            <a:off x="7662861" y="4796824"/>
            <a:ext cx="4181475" cy="18383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CRYPTEX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50A359-40AB-CEBA-7722-2E49BA0663AF}"/>
              </a:ext>
            </a:extLst>
          </p:cNvPr>
          <p:cNvSpPr/>
          <p:nvPr/>
        </p:nvSpPr>
        <p:spPr>
          <a:xfrm>
            <a:off x="9236363" y="5789017"/>
            <a:ext cx="2411238" cy="5417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CRYPTEX KEY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3894B04-C1A1-2139-D719-2D8667FCA0C4}"/>
              </a:ext>
            </a:extLst>
          </p:cNvPr>
          <p:cNvGrpSpPr/>
          <p:nvPr/>
        </p:nvGrpSpPr>
        <p:grpSpPr>
          <a:xfrm>
            <a:off x="8802253" y="3842103"/>
            <a:ext cx="1976582" cy="1462634"/>
            <a:chOff x="1551708" y="3592721"/>
            <a:chExt cx="1976582" cy="14626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7C166E-E02C-E753-2BE1-FC8DC64A18AD}"/>
                </a:ext>
              </a:extLst>
            </p:cNvPr>
            <p:cNvSpPr/>
            <p:nvPr/>
          </p:nvSpPr>
          <p:spPr>
            <a:xfrm>
              <a:off x="1551708" y="4039529"/>
              <a:ext cx="1976582" cy="101582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Locked by </a:t>
              </a:r>
              <a:r>
                <a:rPr lang="en-US" i="1" dirty="0">
                  <a:latin typeface="Inter" panose="02000503000000020004" pitchFamily="2" charset="0"/>
                  <a:ea typeface="Inter" panose="02000503000000020004" pitchFamily="2" charset="0"/>
                </a:rPr>
                <a:t>CRYPTEX CODE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8E0AC4A-CA8B-B798-EC7D-63569A8A6868}"/>
                </a:ext>
              </a:extLst>
            </p:cNvPr>
            <p:cNvSpPr txBox="1"/>
            <p:nvPr/>
          </p:nvSpPr>
          <p:spPr>
            <a:xfrm>
              <a:off x="2027381" y="3592721"/>
              <a:ext cx="10252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Inter" panose="02000503000000020004" pitchFamily="2" charset="0"/>
                  <a:ea typeface="Inter" panose="02000503000000020004" pitchFamily="2" charset="0"/>
                </a:rPr>
                <a:t>🔒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EF83F4C-24BC-1490-0D02-ADCF31483550}"/>
              </a:ext>
            </a:extLst>
          </p:cNvPr>
          <p:cNvSpPr txBox="1"/>
          <p:nvPr/>
        </p:nvSpPr>
        <p:spPr>
          <a:xfrm>
            <a:off x="124690" y="40393"/>
            <a:ext cx="3218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CRYPTEX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B76755-3F46-C46E-2011-AAA6F2DB9F20}"/>
              </a:ext>
            </a:extLst>
          </p:cNvPr>
          <p:cNvSpPr/>
          <p:nvPr/>
        </p:nvSpPr>
        <p:spPr>
          <a:xfrm>
            <a:off x="7412180" y="1196757"/>
            <a:ext cx="2780146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CRYPTEX HINT 1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29752-3A1E-5AB3-EB5E-D695042CBF0F}"/>
              </a:ext>
            </a:extLst>
          </p:cNvPr>
          <p:cNvSpPr/>
          <p:nvPr/>
        </p:nvSpPr>
        <p:spPr>
          <a:xfrm>
            <a:off x="2047912" y="4237605"/>
            <a:ext cx="2780146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CRYPTEX HINT 2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Rectangle 12">
            <a:hlinkClick r:id="rId3" action="ppaction://hlinksldjump"/>
            <a:extLst>
              <a:ext uri="{FF2B5EF4-FFF2-40B4-BE49-F238E27FC236}">
                <a16:creationId xmlns:a16="http://schemas.microsoft.com/office/drawing/2014/main" id="{1B1C5B43-5F3B-4B0C-ECF2-3B5D78513953}"/>
              </a:ext>
            </a:extLst>
          </p:cNvPr>
          <p:cNvSpPr/>
          <p:nvPr/>
        </p:nvSpPr>
        <p:spPr>
          <a:xfrm>
            <a:off x="176041" y="1986172"/>
            <a:ext cx="3167523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GREEN HINT from BOX C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34BB6B-72E5-BBA7-7B3E-FA66A29C962E}"/>
              </a:ext>
            </a:extLst>
          </p:cNvPr>
          <p:cNvSpPr/>
          <p:nvPr/>
        </p:nvSpPr>
        <p:spPr>
          <a:xfrm>
            <a:off x="2532423" y="988454"/>
            <a:ext cx="3436475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 HINT from BOX B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Rectangle 14">
            <a:hlinkClick r:id="rId5" action="ppaction://hlinksldjump"/>
            <a:extLst>
              <a:ext uri="{FF2B5EF4-FFF2-40B4-BE49-F238E27FC236}">
                <a16:creationId xmlns:a16="http://schemas.microsoft.com/office/drawing/2014/main" id="{31D1163D-A05F-9A7A-AB82-B7E6B9E73946}"/>
              </a:ext>
            </a:extLst>
          </p:cNvPr>
          <p:cNvSpPr/>
          <p:nvPr/>
        </p:nvSpPr>
        <p:spPr>
          <a:xfrm>
            <a:off x="2209875" y="5831989"/>
            <a:ext cx="3505153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CRYPTEX HINT 3 from BOX A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1AFC99-D1E6-CB62-D229-8ED7986F372F}"/>
              </a:ext>
            </a:extLst>
          </p:cNvPr>
          <p:cNvCxnSpPr>
            <a:cxnSpLocks/>
          </p:cNvCxnSpPr>
          <p:nvPr/>
        </p:nvCxnSpPr>
        <p:spPr>
          <a:xfrm flipH="1">
            <a:off x="7268066" y="2157045"/>
            <a:ext cx="772998" cy="76526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AD7ACA-0790-859E-5AF2-9A3E6FFFFD02}"/>
              </a:ext>
            </a:extLst>
          </p:cNvPr>
          <p:cNvCxnSpPr>
            <a:cxnSpLocks/>
            <a:stCxn id="12" idx="3"/>
            <a:endCxn id="23" idx="1"/>
          </p:cNvCxnSpPr>
          <p:nvPr/>
        </p:nvCxnSpPr>
        <p:spPr>
          <a:xfrm flipV="1">
            <a:off x="5125712" y="3449128"/>
            <a:ext cx="981951" cy="92743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2BF771E-75A3-86B0-5622-94F55D59FD9F}"/>
              </a:ext>
            </a:extLst>
          </p:cNvPr>
          <p:cNvSpPr txBox="1"/>
          <p:nvPr/>
        </p:nvSpPr>
        <p:spPr>
          <a:xfrm rot="20808641">
            <a:off x="6080123" y="3026249"/>
            <a:ext cx="2088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Inter" panose="02000503000000020004" pitchFamily="2" charset="0"/>
                <a:ea typeface="Inter" panose="02000503000000020004" pitchFamily="2" charset="0"/>
              </a:rPr>
              <a:t>CRYPTEX CODE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D7009C-7DBC-2EED-ED19-F53DA71E47B1}"/>
              </a:ext>
            </a:extLst>
          </p:cNvPr>
          <p:cNvSpPr txBox="1"/>
          <p:nvPr/>
        </p:nvSpPr>
        <p:spPr>
          <a:xfrm>
            <a:off x="6855459" y="3375589"/>
            <a:ext cx="1496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1011 in binary is: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ELEVEN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6F62C24-2BAA-89F9-D321-01A97D5A226E}"/>
              </a:ext>
            </a:extLst>
          </p:cNvPr>
          <p:cNvCxnSpPr>
            <a:cxnSpLocks/>
          </p:cNvCxnSpPr>
          <p:nvPr/>
        </p:nvCxnSpPr>
        <p:spPr>
          <a:xfrm>
            <a:off x="8041064" y="3930977"/>
            <a:ext cx="1653784" cy="20207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44FD8C-8005-46B4-BACB-E9582F0E794A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5715028" y="4419198"/>
            <a:ext cx="1424925" cy="170373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E4C480-6236-8397-E950-DB31B6132B85}"/>
              </a:ext>
            </a:extLst>
          </p:cNvPr>
          <p:cNvCxnSpPr>
            <a:cxnSpLocks/>
            <a:stCxn id="14" idx="3"/>
            <a:endCxn id="11" idx="1"/>
          </p:cNvCxnSpPr>
          <p:nvPr/>
        </p:nvCxnSpPr>
        <p:spPr>
          <a:xfrm>
            <a:off x="5968898" y="1279400"/>
            <a:ext cx="1102087" cy="1661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FE778E7-DCF8-932F-C8C5-CBADF0FF0468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1759803" y="2568063"/>
            <a:ext cx="1782147" cy="118903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072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2A871-872B-E859-838D-76B85146B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760E2B-1FC0-EC2C-6DD7-B5288B9E338A}"/>
              </a:ext>
            </a:extLst>
          </p:cNvPr>
          <p:cNvSpPr/>
          <p:nvPr/>
        </p:nvSpPr>
        <p:spPr>
          <a:xfrm>
            <a:off x="412316" y="4547443"/>
            <a:ext cx="4181475" cy="64339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MIDTOWN11 PC DESK (underneath)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E3171A5F-14B0-E587-F986-248F14237890}"/>
              </a:ext>
            </a:extLst>
          </p:cNvPr>
          <p:cNvSpPr/>
          <p:nvPr/>
        </p:nvSpPr>
        <p:spPr>
          <a:xfrm>
            <a:off x="2078181" y="5075974"/>
            <a:ext cx="2411238" cy="541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🗝️ KEY-AT-LARGE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40F19-7335-C24F-2B15-97BBF86ADFB0}"/>
              </a:ext>
            </a:extLst>
          </p:cNvPr>
          <p:cNvSpPr txBox="1"/>
          <p:nvPr/>
        </p:nvSpPr>
        <p:spPr>
          <a:xfrm>
            <a:off x="124690" y="40393"/>
            <a:ext cx="3939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MIDTOWN11</a:t>
            </a:r>
          </a:p>
        </p:txBody>
      </p:sp>
    </p:spTree>
    <p:extLst>
      <p:ext uri="{BB962C8B-B14F-4D97-AF65-F5344CB8AC3E}">
        <p14:creationId xmlns:p14="http://schemas.microsoft.com/office/powerpoint/2010/main" val="716156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5200B-4C39-93FC-7B9B-4FA264AC8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4A67F5-9B56-6BB6-6736-B26EEE3E9CE3}"/>
              </a:ext>
            </a:extLst>
          </p:cNvPr>
          <p:cNvSpPr/>
          <p:nvPr/>
        </p:nvSpPr>
        <p:spPr>
          <a:xfrm>
            <a:off x="403079" y="4704460"/>
            <a:ext cx="4181475" cy="18383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SWAG BAG 4</a:t>
            </a:r>
          </a:p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Given to a random club member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2FCB1E72-DCB7-89E5-1223-2457004C3ADE}"/>
              </a:ext>
            </a:extLst>
          </p:cNvPr>
          <p:cNvSpPr/>
          <p:nvPr/>
        </p:nvSpPr>
        <p:spPr>
          <a:xfrm>
            <a:off x="2360437" y="4924832"/>
            <a:ext cx="2858655" cy="541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🗝️ CHOSEN ONE’S KEY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2E7C9-C665-D4BC-1BA4-11FE80EEE4FE}"/>
              </a:ext>
            </a:extLst>
          </p:cNvPr>
          <p:cNvSpPr txBox="1"/>
          <p:nvPr/>
        </p:nvSpPr>
        <p:spPr>
          <a:xfrm>
            <a:off x="124690" y="40393"/>
            <a:ext cx="4181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SWAG BAG 4</a:t>
            </a:r>
          </a:p>
        </p:txBody>
      </p:sp>
    </p:spTree>
    <p:extLst>
      <p:ext uri="{BB962C8B-B14F-4D97-AF65-F5344CB8AC3E}">
        <p14:creationId xmlns:p14="http://schemas.microsoft.com/office/powerpoint/2010/main" val="2463184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0625-D33D-689A-5F5F-581E32AB6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CCA1F6-C53E-F859-01E7-1E13790CF867}"/>
              </a:ext>
            </a:extLst>
          </p:cNvPr>
          <p:cNvSpPr/>
          <p:nvPr/>
        </p:nvSpPr>
        <p:spPr>
          <a:xfrm>
            <a:off x="412316" y="4547442"/>
            <a:ext cx="4181475" cy="18383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NICOLE</a:t>
            </a:r>
          </a:p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A club member can write a nice handwritten thank-you note to a facilitator receive the key</a:t>
            </a:r>
          </a:p>
          <a:p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245C5103-7AD7-1737-D3FC-579907F84F46}"/>
              </a:ext>
            </a:extLst>
          </p:cNvPr>
          <p:cNvSpPr/>
          <p:nvPr/>
        </p:nvSpPr>
        <p:spPr>
          <a:xfrm>
            <a:off x="2503053" y="5929298"/>
            <a:ext cx="2724727" cy="541772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FACILITATOR’S KEY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A28F0-8F48-0F57-0082-A52F3CACD201}"/>
              </a:ext>
            </a:extLst>
          </p:cNvPr>
          <p:cNvSpPr txBox="1"/>
          <p:nvPr/>
        </p:nvSpPr>
        <p:spPr>
          <a:xfrm>
            <a:off x="124690" y="40393"/>
            <a:ext cx="4469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NICOLE</a:t>
            </a:r>
          </a:p>
        </p:txBody>
      </p:sp>
    </p:spTree>
    <p:extLst>
      <p:ext uri="{BB962C8B-B14F-4D97-AF65-F5344CB8AC3E}">
        <p14:creationId xmlns:p14="http://schemas.microsoft.com/office/powerpoint/2010/main" val="3830981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C62DAD-6769-E126-F9A6-6A849C38F820}"/>
              </a:ext>
            </a:extLst>
          </p:cNvPr>
          <p:cNvSpPr txBox="1"/>
          <p:nvPr/>
        </p:nvSpPr>
        <p:spPr>
          <a:xfrm>
            <a:off x="124690" y="40393"/>
            <a:ext cx="2553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HINTS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214503-604F-ED20-5C72-367565C339C6}"/>
              </a:ext>
            </a:extLst>
          </p:cNvPr>
          <p:cNvSpPr txBox="1"/>
          <p:nvPr/>
        </p:nvSpPr>
        <p:spPr>
          <a:xfrm>
            <a:off x="2930237" y="979852"/>
            <a:ext cx="617450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hlinkClick r:id="rId2" action="ppaction://hlinksldjump"/>
              </a:rPr>
              <a:t>GREEN HINT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Hex code for green sharpie color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BLUE HINT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RGB values for blue water bottle color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CRYPTEX HINT 1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Binary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CRYPTEX HINT 2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1011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CRYPTEX HINT 3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Colors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CRYPTEX HINT 4: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Stranger Things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hlinkClick r:id="rId6" action="ppaction://hlinksldjump"/>
              </a:rPr>
              <a:t>KEY-AT-LARGE HINT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C Computer / 2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FACILITATOR'S KEY HINT: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Gratitude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CHOSEN ONE'S KEY HINT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4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KEY D HINT 1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Number Wall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KEY D HINT 2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Presentation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KEY D HINT 3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Monospace Green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KEY D HINT 4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Instructions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KEY D HINT 5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Platformer Time (DVD)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 C HINT: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Scale Intervals For Four Notes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 B HINT 1: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Animal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 B HINT 2: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Squares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 B HINT 3: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Music</a:t>
            </a:r>
          </a:p>
        </p:txBody>
      </p:sp>
    </p:spTree>
    <p:extLst>
      <p:ext uri="{BB962C8B-B14F-4D97-AF65-F5344CB8AC3E}">
        <p14:creationId xmlns:p14="http://schemas.microsoft.com/office/powerpoint/2010/main" val="675581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5EE66D-8928-1E98-9685-9513C5A8B2B0}"/>
              </a:ext>
            </a:extLst>
          </p:cNvPr>
          <p:cNvSpPr txBox="1"/>
          <p:nvPr/>
        </p:nvSpPr>
        <p:spPr>
          <a:xfrm>
            <a:off x="170872" y="0"/>
            <a:ext cx="5472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INSTRUCTIONS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28BF3D-C0BC-FCA8-533E-1C1D7DF3713F}"/>
              </a:ext>
            </a:extLst>
          </p:cNvPr>
          <p:cNvSpPr/>
          <p:nvPr/>
        </p:nvSpPr>
        <p:spPr>
          <a:xfrm>
            <a:off x="4054764" y="2788190"/>
            <a:ext cx="3740725" cy="1114361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Password is Num3ers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Find: One digit of </a:t>
            </a:r>
            <a:r>
              <a:rPr lang="en-US" sz="1600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/>
              </a:rPr>
              <a:t>COMBO D</a:t>
            </a:r>
            <a:endParaRPr lang="en-US" sz="1600" i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152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9BE9F7-E03A-DA7B-A48D-D8F6C53019C4}"/>
              </a:ext>
            </a:extLst>
          </p:cNvPr>
          <p:cNvSpPr txBox="1"/>
          <p:nvPr/>
        </p:nvSpPr>
        <p:spPr>
          <a:xfrm>
            <a:off x="170872" y="0"/>
            <a:ext cx="5472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PROJECTS SITE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FA99A-AE2A-8FA8-7EE1-3AF66B4C6BF9}"/>
              </a:ext>
            </a:extLst>
          </p:cNvPr>
          <p:cNvSpPr/>
          <p:nvPr/>
        </p:nvSpPr>
        <p:spPr>
          <a:xfrm>
            <a:off x="2281381" y="1662545"/>
            <a:ext cx="7028873" cy="2586182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PROJECTS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URL revealed from </a:t>
            </a: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/>
              </a:rPr>
              <a:t>DVD in BOX A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3"/>
              </a:rPr>
              <a:t>https://hylandtechoutreach.github.io/hf8S47hfo2/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 four digits in these four projects: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4"/>
              </a:rPr>
              <a:t>block removal</a:t>
            </a:r>
            <a:endParaRPr lang="en-US" sz="1600" u="sng" dirty="0">
              <a:solidFill>
                <a:srgbClr val="00000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5"/>
              </a:rPr>
              <a:t>S</a:t>
            </a:r>
            <a:r>
              <a:rPr lang="en-US" sz="1600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6"/>
              </a:rPr>
              <a:t>quirrels</a:t>
            </a:r>
            <a:endParaRPr lang="en-US" sz="1600" u="sng" dirty="0">
              <a:solidFill>
                <a:srgbClr val="00000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7"/>
              </a:rPr>
              <a:t>E</a:t>
            </a:r>
            <a:r>
              <a:rPr lang="en-US" sz="1600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5"/>
              </a:rPr>
              <a:t>mbers</a:t>
            </a:r>
            <a:endParaRPr lang="en-US" sz="1600" u="sng" dirty="0">
              <a:solidFill>
                <a:srgbClr val="1155C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7"/>
              </a:rPr>
              <a:t>minor chord progression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431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99B63-24BE-E2CA-1905-6C82525F6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A82B6B-ACDF-2AA4-A6BF-0924A6B423F6}"/>
              </a:ext>
            </a:extLst>
          </p:cNvPr>
          <p:cNvSpPr txBox="1"/>
          <p:nvPr/>
        </p:nvSpPr>
        <p:spPr>
          <a:xfrm>
            <a:off x="170872" y="0"/>
            <a:ext cx="54725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PLATFORMER HACKER GAME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E6485-F3E9-32A7-5C4E-BE6BADAE4AA0}"/>
              </a:ext>
            </a:extLst>
          </p:cNvPr>
          <p:cNvSpPr/>
          <p:nvPr/>
        </p:nvSpPr>
        <p:spPr>
          <a:xfrm>
            <a:off x="3685309" y="2207491"/>
            <a:ext cx="5560291" cy="2826328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PLATFORMER HACKER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 it in the Recycling Bin of the </a:t>
            </a: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/>
              </a:rPr>
              <a:t>MIDTOWN22 PC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3"/>
              </a:rPr>
              <a:t>https://hytop.onrender.com/pf/reuhfrehf/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Score over 8000 to reveal the MP3 PLAYER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Find: One digit of </a:t>
            </a:r>
            <a:r>
              <a:rPr lang="en-US" sz="1600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COMBO D</a:t>
            </a:r>
            <a:endParaRPr lang="en-US" sz="1600" i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813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AC11E-CAA4-2FFF-B2C8-A95C34C1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F0817F-A2D2-B622-12C6-43EAA2280AB0}"/>
              </a:ext>
            </a:extLst>
          </p:cNvPr>
          <p:cNvSpPr txBox="1"/>
          <p:nvPr/>
        </p:nvSpPr>
        <p:spPr>
          <a:xfrm>
            <a:off x="124689" y="40393"/>
            <a:ext cx="4364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MIDTOWN22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D76101-9748-28ED-15AA-769B5991F1BD}"/>
              </a:ext>
            </a:extLst>
          </p:cNvPr>
          <p:cNvSpPr/>
          <p:nvPr/>
        </p:nvSpPr>
        <p:spPr>
          <a:xfrm>
            <a:off x="4054763" y="2788190"/>
            <a:ext cx="5560291" cy="2790574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MIDTOWN22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Revealed by solving ASCII clues from </a:t>
            </a: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/>
              </a:rPr>
              <a:t>BOX A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Open Recycling Bin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Restore Everything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 </a:t>
            </a: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PLATFORMER HACKER GAME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467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2FFA3-B705-B891-DC74-04F367FA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59E0AA-83FE-4D71-6262-483E31D7348E}"/>
              </a:ext>
            </a:extLst>
          </p:cNvPr>
          <p:cNvSpPr txBox="1"/>
          <p:nvPr/>
        </p:nvSpPr>
        <p:spPr>
          <a:xfrm>
            <a:off x="124690" y="40393"/>
            <a:ext cx="29325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EF5C2-B673-A3CB-340C-3B192B168B07}"/>
              </a:ext>
            </a:extLst>
          </p:cNvPr>
          <p:cNvSpPr txBox="1"/>
          <p:nvPr/>
        </p:nvSpPr>
        <p:spPr>
          <a:xfrm>
            <a:off x="3447472" y="117693"/>
            <a:ext cx="848590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COMBO 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2795 (from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hlinkClick r:id="rId2" action="ppaction://hlinksldjump"/>
              </a:rPr>
              <a:t>paper puzzles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COMBO B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3334 (each digit revealed individually: see below)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COMBO 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2375 (from melody combination on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MP3 PLAYER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COMBO D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0258 (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each digit revealed individually: see below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</a:p>
          <a:p>
            <a:pPr>
              <a:buNone/>
            </a:pP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COMBO B Digits 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projects site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3: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5"/>
              </a:rPr>
              <a:t>block removal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(beat game)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3: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6"/>
              </a:rPr>
              <a:t>squirrels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(change variable in code to “frog” and win)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3: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7"/>
              </a:rPr>
              <a:t>embers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(look for code comment in </a:t>
            </a:r>
            <a:r>
              <a:rPr lang="en-US" b="1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script.js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4: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8"/>
              </a:rPr>
              <a:t>minor chord progression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(play tune, make tempo lower)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COMBO D Digits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0: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9" action="ppaction://hlinksldjump"/>
              </a:rPr>
              <a:t>game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2: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10"/>
              </a:rPr>
              <a:t>presentation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5: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11"/>
              </a:rPr>
              <a:t>printed numbers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8: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12"/>
              </a:rPr>
              <a:t>instructions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buNone/>
            </a:pP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CRYPTEX CODE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E L E V E N (from 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hlinkClick r:id="rId13" action="ppaction://hlinksldjump"/>
              </a:rPr>
              <a:t>hints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1011 is 11 in binary)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buNone/>
            </a:pP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r>
              <a:rPr lang="en-US" b="1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ASCII DECODED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MIDTOWN22 + more (from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C clues in Box 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MP3 PLAYER CODE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10 01 10 (from scoring &gt; 8000 in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hlinkClick r:id="rId9" action="ppaction://hlinksldjump"/>
              </a:rPr>
              <a:t>game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</a:p>
          <a:p>
            <a:pPr rtl="0">
              <a:buNone/>
            </a:pPr>
            <a:endParaRPr lang="en-US" dirty="0">
              <a:solidFill>
                <a:srgbClr val="00000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hlinkClick r:id="rId12"/>
              </a:rPr>
              <a:t>INSTRUCTIONS</a:t>
            </a:r>
            <a:r>
              <a:rPr lang="en-US" b="1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PASSWORD</a:t>
            </a:r>
            <a:r>
              <a:rPr lang="en-US" b="0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Num3ers (from </a:t>
            </a:r>
            <a:r>
              <a:rPr lang="en-US" b="0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hlinkClick r:id="rId10"/>
              </a:rPr>
              <a:t>presentation</a:t>
            </a:r>
            <a:r>
              <a:rPr lang="en-US" b="0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buNone/>
            </a:pP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829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5D5D4-B9B5-D6D4-A58B-1DC95EB76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3C75FD-7B4E-C631-DEB5-8162E6D164CD}"/>
              </a:ext>
            </a:extLst>
          </p:cNvPr>
          <p:cNvSpPr txBox="1"/>
          <p:nvPr/>
        </p:nvSpPr>
        <p:spPr>
          <a:xfrm>
            <a:off x="124687" y="263025"/>
            <a:ext cx="4364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PATH</a:t>
            </a:r>
          </a:p>
        </p:txBody>
      </p:sp>
      <p:sp>
        <p:nvSpPr>
          <p:cNvPr id="2" name="Oval 1">
            <a:hlinkClick r:id="rId3" action="ppaction://hlinksldjump"/>
            <a:extLst>
              <a:ext uri="{FF2B5EF4-FFF2-40B4-BE49-F238E27FC236}">
                <a16:creationId xmlns:a16="http://schemas.microsoft.com/office/drawing/2014/main" id="{AF05A894-8EC6-9EAE-AC3F-CFE8D1542270}"/>
              </a:ext>
            </a:extLst>
          </p:cNvPr>
          <p:cNvSpPr/>
          <p:nvPr/>
        </p:nvSpPr>
        <p:spPr>
          <a:xfrm>
            <a:off x="2180325" y="156904"/>
            <a:ext cx="4618185" cy="86999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Inter" panose="02000503000000020004" pitchFamily="2" charset="0"/>
                <a:ea typeface="Inter" panose="02000503000000020004" pitchFamily="2" charset="0"/>
              </a:rPr>
              <a:t>STARTING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 POINT</a:t>
            </a:r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6BF13B8B-EB5C-01F9-0345-D2D87764F095}"/>
              </a:ext>
            </a:extLst>
          </p:cNvPr>
          <p:cNvSpPr/>
          <p:nvPr/>
        </p:nvSpPr>
        <p:spPr>
          <a:xfrm>
            <a:off x="3357405" y="870320"/>
            <a:ext cx="2264023" cy="546187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PAPER PUZZLES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60B929-D34B-D1E1-1FDB-D3C47C6E9180}"/>
              </a:ext>
            </a:extLst>
          </p:cNvPr>
          <p:cNvCxnSpPr>
            <a:cxnSpLocks/>
            <a:stCxn id="3" idx="1"/>
            <a:endCxn id="7" idx="3"/>
          </p:cNvCxnSpPr>
          <p:nvPr/>
        </p:nvCxnSpPr>
        <p:spPr>
          <a:xfrm flipH="1">
            <a:off x="1500330" y="1143414"/>
            <a:ext cx="1857075" cy="42572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83D4A321-8293-D1F4-3B45-7234FF4A2190}"/>
              </a:ext>
            </a:extLst>
          </p:cNvPr>
          <p:cNvSpPr/>
          <p:nvPr/>
        </p:nvSpPr>
        <p:spPr>
          <a:xfrm>
            <a:off x="124687" y="1200143"/>
            <a:ext cx="1375643" cy="73798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latin typeface="Inter" panose="02000503000000020004" pitchFamily="2" charset="0"/>
                <a:ea typeface="Inter" panose="02000503000000020004" pitchFamily="2" charset="0"/>
              </a:rPr>
              <a:t>BOX 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106D32-5C4F-60D8-7891-1B3826E38314}"/>
              </a:ext>
            </a:extLst>
          </p:cNvPr>
          <p:cNvCxnSpPr>
            <a:cxnSpLocks/>
          </p:cNvCxnSpPr>
          <p:nvPr/>
        </p:nvCxnSpPr>
        <p:spPr>
          <a:xfrm>
            <a:off x="367645" y="1938126"/>
            <a:ext cx="0" cy="4058017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hlinkClick r:id="rId4" action="ppaction://hlinksldjump"/>
            <a:extLst>
              <a:ext uri="{FF2B5EF4-FFF2-40B4-BE49-F238E27FC236}">
                <a16:creationId xmlns:a16="http://schemas.microsoft.com/office/drawing/2014/main" id="{D9CFFBBC-24A4-D1B3-6D67-AA5F3A412905}"/>
              </a:ext>
            </a:extLst>
          </p:cNvPr>
          <p:cNvSpPr/>
          <p:nvPr/>
        </p:nvSpPr>
        <p:spPr>
          <a:xfrm>
            <a:off x="566879" y="2403016"/>
            <a:ext cx="1048256" cy="442616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DVD</a:t>
            </a:r>
          </a:p>
        </p:txBody>
      </p:sp>
      <p:sp>
        <p:nvSpPr>
          <p:cNvPr id="17" name="Rectangle 16">
            <a:hlinkClick r:id="rId4" action="ppaction://hlinksldjump"/>
            <a:extLst>
              <a:ext uri="{FF2B5EF4-FFF2-40B4-BE49-F238E27FC236}">
                <a16:creationId xmlns:a16="http://schemas.microsoft.com/office/drawing/2014/main" id="{54C9DF58-0666-C617-4DD6-9DABA72F942C}"/>
              </a:ext>
            </a:extLst>
          </p:cNvPr>
          <p:cNvSpPr/>
          <p:nvPr/>
        </p:nvSpPr>
        <p:spPr>
          <a:xfrm>
            <a:off x="566880" y="3297578"/>
            <a:ext cx="1322530" cy="67347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QR CODE PUZZLE</a:t>
            </a:r>
          </a:p>
        </p:txBody>
      </p:sp>
      <p:sp>
        <p:nvSpPr>
          <p:cNvPr id="20" name="Rectangle 19">
            <a:hlinkClick r:id="rId4" action="ppaction://hlinksldjump"/>
            <a:extLst>
              <a:ext uri="{FF2B5EF4-FFF2-40B4-BE49-F238E27FC236}">
                <a16:creationId xmlns:a16="http://schemas.microsoft.com/office/drawing/2014/main" id="{30B445FE-EE8B-038C-F630-CA46B735A3F2}"/>
              </a:ext>
            </a:extLst>
          </p:cNvPr>
          <p:cNvSpPr/>
          <p:nvPr/>
        </p:nvSpPr>
        <p:spPr>
          <a:xfrm>
            <a:off x="566879" y="4572883"/>
            <a:ext cx="1214785" cy="67347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KEY D HINT 1</a:t>
            </a:r>
          </a:p>
        </p:txBody>
      </p:sp>
      <p:sp>
        <p:nvSpPr>
          <p:cNvPr id="21" name="Rectangle 20">
            <a:hlinkClick r:id="rId5" action="ppaction://hlinksldjump"/>
            <a:extLst>
              <a:ext uri="{FF2B5EF4-FFF2-40B4-BE49-F238E27FC236}">
                <a16:creationId xmlns:a16="http://schemas.microsoft.com/office/drawing/2014/main" id="{F5AA3F3C-37DE-A4B2-43BA-335D9CC22D12}"/>
              </a:ext>
            </a:extLst>
          </p:cNvPr>
          <p:cNvSpPr/>
          <p:nvPr/>
        </p:nvSpPr>
        <p:spPr>
          <a:xfrm>
            <a:off x="575384" y="5617837"/>
            <a:ext cx="1392320" cy="673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CRYPTEX HINT 1</a:t>
            </a:r>
          </a:p>
        </p:txBody>
      </p:sp>
      <p:sp>
        <p:nvSpPr>
          <p:cNvPr id="23" name="Rectangle 22">
            <a:hlinkClick r:id="rId6" action="ppaction://hlinksldjump"/>
            <a:extLst>
              <a:ext uri="{FF2B5EF4-FFF2-40B4-BE49-F238E27FC236}">
                <a16:creationId xmlns:a16="http://schemas.microsoft.com/office/drawing/2014/main" id="{3FF00726-C512-E6AE-B0BF-5C64A981FFC0}"/>
              </a:ext>
            </a:extLst>
          </p:cNvPr>
          <p:cNvSpPr/>
          <p:nvPr/>
        </p:nvSpPr>
        <p:spPr>
          <a:xfrm>
            <a:off x="9719525" y="305966"/>
            <a:ext cx="1657698" cy="720937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latin typeface="Inter" panose="02000503000000020004" pitchFamily="2" charset="0"/>
                <a:ea typeface="Inter" panose="02000503000000020004" pitchFamily="2" charset="0"/>
              </a:rPr>
              <a:t>NICOLE</a:t>
            </a:r>
          </a:p>
        </p:txBody>
      </p:sp>
      <p:sp>
        <p:nvSpPr>
          <p:cNvPr id="24" name="Rectangle 23">
            <a:hlinkClick r:id="rId7" action="ppaction://hlinksldjump"/>
            <a:extLst>
              <a:ext uri="{FF2B5EF4-FFF2-40B4-BE49-F238E27FC236}">
                <a16:creationId xmlns:a16="http://schemas.microsoft.com/office/drawing/2014/main" id="{0356AC00-3CE9-80F9-4393-3558A0B7654F}"/>
              </a:ext>
            </a:extLst>
          </p:cNvPr>
          <p:cNvSpPr/>
          <p:nvPr/>
        </p:nvSpPr>
        <p:spPr>
          <a:xfrm>
            <a:off x="7463832" y="373085"/>
            <a:ext cx="2108107" cy="7209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SWAG BAG 4</a:t>
            </a:r>
          </a:p>
        </p:txBody>
      </p:sp>
      <p:sp>
        <p:nvSpPr>
          <p:cNvPr id="25" name="Rectangle 24">
            <a:hlinkClick r:id="rId8" action="ppaction://hlinksldjump"/>
            <a:extLst>
              <a:ext uri="{FF2B5EF4-FFF2-40B4-BE49-F238E27FC236}">
                <a16:creationId xmlns:a16="http://schemas.microsoft.com/office/drawing/2014/main" id="{CA74E6F6-A13F-5369-EB95-479CA88F39C1}"/>
              </a:ext>
            </a:extLst>
          </p:cNvPr>
          <p:cNvSpPr/>
          <p:nvPr/>
        </p:nvSpPr>
        <p:spPr>
          <a:xfrm>
            <a:off x="8854147" y="1300794"/>
            <a:ext cx="2759092" cy="7240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UNDER MIDTOWN11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B4E4E14-50BB-9D73-731C-8856F40117E1}"/>
              </a:ext>
            </a:extLst>
          </p:cNvPr>
          <p:cNvCxnSpPr>
            <a:cxnSpLocks/>
            <a:stCxn id="16" idx="3"/>
            <a:endCxn id="32" idx="1"/>
          </p:cNvCxnSpPr>
          <p:nvPr/>
        </p:nvCxnSpPr>
        <p:spPr>
          <a:xfrm flipV="1">
            <a:off x="1615135" y="2239013"/>
            <a:ext cx="247693" cy="38531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hlinkClick r:id="rId9" action="ppaction://hlinksldjump"/>
            <a:extLst>
              <a:ext uri="{FF2B5EF4-FFF2-40B4-BE49-F238E27FC236}">
                <a16:creationId xmlns:a16="http://schemas.microsoft.com/office/drawing/2014/main" id="{7EAA0E73-9D04-E91C-61DE-D72B051F7F5D}"/>
              </a:ext>
            </a:extLst>
          </p:cNvPr>
          <p:cNvSpPr/>
          <p:nvPr/>
        </p:nvSpPr>
        <p:spPr>
          <a:xfrm>
            <a:off x="3578131" y="1885658"/>
            <a:ext cx="1342362" cy="820334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B</a:t>
            </a:r>
          </a:p>
        </p:txBody>
      </p:sp>
      <p:sp>
        <p:nvSpPr>
          <p:cNvPr id="32" name="Rectangle 31">
            <a:hlinkClick r:id="rId10" action="ppaction://hlinksldjump"/>
            <a:extLst>
              <a:ext uri="{FF2B5EF4-FFF2-40B4-BE49-F238E27FC236}">
                <a16:creationId xmlns:a16="http://schemas.microsoft.com/office/drawing/2014/main" id="{0B4123DC-26DE-E2BE-8269-B2DDA7AE0AF5}"/>
              </a:ext>
            </a:extLst>
          </p:cNvPr>
          <p:cNvSpPr/>
          <p:nvPr/>
        </p:nvSpPr>
        <p:spPr>
          <a:xfrm>
            <a:off x="1862828" y="1859033"/>
            <a:ext cx="1429392" cy="75996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PROJECTS SITE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C42F972-D610-BF7D-37EC-4D8FD0F99B26}"/>
              </a:ext>
            </a:extLst>
          </p:cNvPr>
          <p:cNvCxnSpPr>
            <a:cxnSpLocks/>
            <a:stCxn id="32" idx="3"/>
            <a:endCxn id="29" idx="1"/>
          </p:cNvCxnSpPr>
          <p:nvPr/>
        </p:nvCxnSpPr>
        <p:spPr>
          <a:xfrm>
            <a:off x="3292220" y="2239013"/>
            <a:ext cx="285911" cy="568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962AF4C-8968-6F9D-7D2A-10B558CD1868}"/>
              </a:ext>
            </a:extLst>
          </p:cNvPr>
          <p:cNvSpPr txBox="1"/>
          <p:nvPr/>
        </p:nvSpPr>
        <p:spPr>
          <a:xfrm>
            <a:off x="83049" y="126578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F5CE43-2D05-2052-1B64-3FFB1C034D94}"/>
              </a:ext>
            </a:extLst>
          </p:cNvPr>
          <p:cNvSpPr txBox="1"/>
          <p:nvPr/>
        </p:nvSpPr>
        <p:spPr>
          <a:xfrm>
            <a:off x="3544886" y="1928354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59CBC2-AA2D-D7C6-19C8-05468D44C444}"/>
              </a:ext>
            </a:extLst>
          </p:cNvPr>
          <p:cNvSpPr txBox="1"/>
          <p:nvPr/>
        </p:nvSpPr>
        <p:spPr>
          <a:xfrm>
            <a:off x="7463832" y="40723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3F69EE-02F2-FA1B-346B-1660B7FB89BF}"/>
              </a:ext>
            </a:extLst>
          </p:cNvPr>
          <p:cNvSpPr txBox="1"/>
          <p:nvPr/>
        </p:nvSpPr>
        <p:spPr>
          <a:xfrm>
            <a:off x="9660560" y="30919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A4F865-2AB0-880F-3DA9-99FA7BF03DB9}"/>
              </a:ext>
            </a:extLst>
          </p:cNvPr>
          <p:cNvSpPr txBox="1"/>
          <p:nvPr/>
        </p:nvSpPr>
        <p:spPr>
          <a:xfrm>
            <a:off x="8744398" y="1320000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3" name="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46AB7670-7C83-98B9-474B-2B73F85F7B0D}"/>
              </a:ext>
            </a:extLst>
          </p:cNvPr>
          <p:cNvSpPr/>
          <p:nvPr/>
        </p:nvSpPr>
        <p:spPr>
          <a:xfrm>
            <a:off x="2180325" y="2992338"/>
            <a:ext cx="1385744" cy="67347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DECODED ASCII</a:t>
            </a:r>
          </a:p>
        </p:txBody>
      </p:sp>
      <p:sp>
        <p:nvSpPr>
          <p:cNvPr id="44" name="Rectangle 43">
            <a:hlinkClick r:id="rId11" action="ppaction://hlinksldjump"/>
            <a:extLst>
              <a:ext uri="{FF2B5EF4-FFF2-40B4-BE49-F238E27FC236}">
                <a16:creationId xmlns:a16="http://schemas.microsoft.com/office/drawing/2014/main" id="{AC6BEDC0-C07D-2AF8-3941-F9660273FFD6}"/>
              </a:ext>
            </a:extLst>
          </p:cNvPr>
          <p:cNvSpPr/>
          <p:nvPr/>
        </p:nvSpPr>
        <p:spPr>
          <a:xfrm>
            <a:off x="4868592" y="3108283"/>
            <a:ext cx="1166077" cy="452666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GAME</a:t>
            </a:r>
          </a:p>
        </p:txBody>
      </p:sp>
      <p:sp>
        <p:nvSpPr>
          <p:cNvPr id="45" name="Rectangle 44">
            <a:hlinkClick r:id="rId4" action="ppaction://hlinksldjump"/>
            <a:extLst>
              <a:ext uri="{FF2B5EF4-FFF2-40B4-BE49-F238E27FC236}">
                <a16:creationId xmlns:a16="http://schemas.microsoft.com/office/drawing/2014/main" id="{85A33A34-8749-3A95-913A-0B16034731BE}"/>
              </a:ext>
            </a:extLst>
          </p:cNvPr>
          <p:cNvSpPr/>
          <p:nvPr/>
        </p:nvSpPr>
        <p:spPr>
          <a:xfrm>
            <a:off x="5165720" y="1718009"/>
            <a:ext cx="1385744" cy="67347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MP3 MELODY</a:t>
            </a:r>
          </a:p>
        </p:txBody>
      </p:sp>
      <p:sp>
        <p:nvSpPr>
          <p:cNvPr id="46" name="Rectangle 45">
            <a:hlinkClick r:id="rId12" action="ppaction://hlinksldjump"/>
            <a:extLst>
              <a:ext uri="{FF2B5EF4-FFF2-40B4-BE49-F238E27FC236}">
                <a16:creationId xmlns:a16="http://schemas.microsoft.com/office/drawing/2014/main" id="{BFA80C50-23A3-EEA9-C62C-2D681DA39828}"/>
              </a:ext>
            </a:extLst>
          </p:cNvPr>
          <p:cNvSpPr/>
          <p:nvPr/>
        </p:nvSpPr>
        <p:spPr>
          <a:xfrm>
            <a:off x="6793993" y="1440829"/>
            <a:ext cx="1385744" cy="604200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C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A003D00-6C6D-1435-EE62-FFD4DBA10449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368058" y="5954576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EE6881A-22CF-2868-8E90-95380AE805ED}"/>
              </a:ext>
            </a:extLst>
          </p:cNvPr>
          <p:cNvCxnSpPr>
            <a:cxnSpLocks/>
          </p:cNvCxnSpPr>
          <p:nvPr/>
        </p:nvCxnSpPr>
        <p:spPr>
          <a:xfrm flipH="1">
            <a:off x="363600" y="4898578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D261542-E811-87A0-3177-4C568D7BDFFA}"/>
              </a:ext>
            </a:extLst>
          </p:cNvPr>
          <p:cNvCxnSpPr>
            <a:cxnSpLocks/>
          </p:cNvCxnSpPr>
          <p:nvPr/>
        </p:nvCxnSpPr>
        <p:spPr>
          <a:xfrm flipH="1">
            <a:off x="363600" y="3665974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10E94C5-8019-1DFD-B63A-F6ABA7C36DA5}"/>
              </a:ext>
            </a:extLst>
          </p:cNvPr>
          <p:cNvCxnSpPr>
            <a:cxnSpLocks/>
          </p:cNvCxnSpPr>
          <p:nvPr/>
        </p:nvCxnSpPr>
        <p:spPr>
          <a:xfrm flipH="1">
            <a:off x="379875" y="2611380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3393409-EC37-34C7-1FAF-B5A4847A74CD}"/>
              </a:ext>
            </a:extLst>
          </p:cNvPr>
          <p:cNvCxnSpPr>
            <a:cxnSpLocks/>
            <a:stCxn id="43" idx="1"/>
            <a:endCxn id="17" idx="3"/>
          </p:cNvCxnSpPr>
          <p:nvPr/>
        </p:nvCxnSpPr>
        <p:spPr>
          <a:xfrm flipH="1">
            <a:off x="1889410" y="3329077"/>
            <a:ext cx="290915" cy="30524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hlinkClick r:id="rId13" action="ppaction://hlinksldjump"/>
            <a:extLst>
              <a:ext uri="{FF2B5EF4-FFF2-40B4-BE49-F238E27FC236}">
                <a16:creationId xmlns:a16="http://schemas.microsoft.com/office/drawing/2014/main" id="{C3326EB3-13B4-74B5-C96E-F5CC03ADE3FE}"/>
              </a:ext>
            </a:extLst>
          </p:cNvPr>
          <p:cNvSpPr/>
          <p:nvPr/>
        </p:nvSpPr>
        <p:spPr>
          <a:xfrm>
            <a:off x="2111600" y="4126252"/>
            <a:ext cx="1761765" cy="475924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MIDTOWN22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DA71B2D-57C6-9815-6773-A6A86C9BA9C7}"/>
              </a:ext>
            </a:extLst>
          </p:cNvPr>
          <p:cNvCxnSpPr>
            <a:cxnSpLocks/>
            <a:stCxn id="59" idx="0"/>
            <a:endCxn id="43" idx="2"/>
          </p:cNvCxnSpPr>
          <p:nvPr/>
        </p:nvCxnSpPr>
        <p:spPr>
          <a:xfrm flipH="1" flipV="1">
            <a:off x="2873197" y="3665815"/>
            <a:ext cx="119286" cy="460437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C0EB735-0A9A-23A2-ACEA-E6B84721474F}"/>
              </a:ext>
            </a:extLst>
          </p:cNvPr>
          <p:cNvCxnSpPr>
            <a:cxnSpLocks/>
            <a:stCxn id="44" idx="1"/>
            <a:endCxn id="59" idx="3"/>
          </p:cNvCxnSpPr>
          <p:nvPr/>
        </p:nvCxnSpPr>
        <p:spPr>
          <a:xfrm flipH="1">
            <a:off x="3873365" y="3334616"/>
            <a:ext cx="995227" cy="1029598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0DBCC0F-0614-6DCC-00DE-64164ABD60FE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5451631" y="2391486"/>
            <a:ext cx="406961" cy="716797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DCED7A5-3A9E-B4F7-60D0-C4F5B83B095F}"/>
              </a:ext>
            </a:extLst>
          </p:cNvPr>
          <p:cNvCxnSpPr>
            <a:cxnSpLocks/>
            <a:stCxn id="46" idx="1"/>
            <a:endCxn id="45" idx="3"/>
          </p:cNvCxnSpPr>
          <p:nvPr/>
        </p:nvCxnSpPr>
        <p:spPr>
          <a:xfrm flipH="1">
            <a:off x="6551464" y="1742929"/>
            <a:ext cx="242529" cy="311819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9AB937C-F9A8-2755-EA13-2DED1F3F73E7}"/>
              </a:ext>
            </a:extLst>
          </p:cNvPr>
          <p:cNvSpPr txBox="1"/>
          <p:nvPr/>
        </p:nvSpPr>
        <p:spPr>
          <a:xfrm>
            <a:off x="6758043" y="145044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3D2066F-C5B0-3269-7665-CBACC531FCA8}"/>
              </a:ext>
            </a:extLst>
          </p:cNvPr>
          <p:cNvSpPr/>
          <p:nvPr/>
        </p:nvSpPr>
        <p:spPr>
          <a:xfrm>
            <a:off x="2049417" y="4898578"/>
            <a:ext cx="2082142" cy="56255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PRESENTATION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A17D27A-D4B3-D02C-D91C-8C59C6652C6B}"/>
              </a:ext>
            </a:extLst>
          </p:cNvPr>
          <p:cNvSpPr/>
          <p:nvPr/>
        </p:nvSpPr>
        <p:spPr>
          <a:xfrm>
            <a:off x="6387952" y="2839327"/>
            <a:ext cx="1385744" cy="70218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NUMBER SHEETS</a:t>
            </a:r>
          </a:p>
        </p:txBody>
      </p:sp>
      <p:sp>
        <p:nvSpPr>
          <p:cNvPr id="89" name="Rectangle 88">
            <a:hlinkClick r:id="rId14" action="ppaction://hlinksldjump"/>
            <a:extLst>
              <a:ext uri="{FF2B5EF4-FFF2-40B4-BE49-F238E27FC236}">
                <a16:creationId xmlns:a16="http://schemas.microsoft.com/office/drawing/2014/main" id="{424A22E5-43CD-959C-2423-447A118343FD}"/>
              </a:ext>
            </a:extLst>
          </p:cNvPr>
          <p:cNvSpPr/>
          <p:nvPr/>
        </p:nvSpPr>
        <p:spPr>
          <a:xfrm>
            <a:off x="5955342" y="4105878"/>
            <a:ext cx="2127273" cy="51586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INSTRUCTIONS</a:t>
            </a:r>
          </a:p>
        </p:txBody>
      </p:sp>
      <p:sp>
        <p:nvSpPr>
          <p:cNvPr id="93" name="Rectangle 92">
            <a:hlinkClick r:id="rId15" action="ppaction://hlinksldjump"/>
            <a:extLst>
              <a:ext uri="{FF2B5EF4-FFF2-40B4-BE49-F238E27FC236}">
                <a16:creationId xmlns:a16="http://schemas.microsoft.com/office/drawing/2014/main" id="{59B0CCF0-03FF-567E-56BF-F9C3F4B1A44C}"/>
              </a:ext>
            </a:extLst>
          </p:cNvPr>
          <p:cNvSpPr/>
          <p:nvPr/>
        </p:nvSpPr>
        <p:spPr>
          <a:xfrm>
            <a:off x="8598004" y="2423627"/>
            <a:ext cx="1356508" cy="79999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D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F0C34BA-16B1-49D5-EB40-41F537CAC406}"/>
              </a:ext>
            </a:extLst>
          </p:cNvPr>
          <p:cNvSpPr txBox="1"/>
          <p:nvPr/>
        </p:nvSpPr>
        <p:spPr>
          <a:xfrm>
            <a:off x="8598003" y="245609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68578B7-7A5A-EE59-5051-34A7B2B04480}"/>
              </a:ext>
            </a:extLst>
          </p:cNvPr>
          <p:cNvCxnSpPr>
            <a:cxnSpLocks/>
            <a:stCxn id="86" idx="1"/>
            <a:endCxn id="20" idx="3"/>
          </p:cNvCxnSpPr>
          <p:nvPr/>
        </p:nvCxnSpPr>
        <p:spPr>
          <a:xfrm flipH="1" flipV="1">
            <a:off x="1781664" y="4909622"/>
            <a:ext cx="267753" cy="27023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3B73FF0-7ABC-C72B-AC10-E95364F95AF3}"/>
              </a:ext>
            </a:extLst>
          </p:cNvPr>
          <p:cNvCxnSpPr>
            <a:cxnSpLocks/>
            <a:stCxn id="44" idx="2"/>
            <a:endCxn id="86" idx="3"/>
          </p:cNvCxnSpPr>
          <p:nvPr/>
        </p:nvCxnSpPr>
        <p:spPr>
          <a:xfrm flipH="1">
            <a:off x="4131559" y="3560949"/>
            <a:ext cx="1320072" cy="1618908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3AF3B0F-AEE3-D016-7C64-56AB9C75708F}"/>
              </a:ext>
            </a:extLst>
          </p:cNvPr>
          <p:cNvCxnSpPr>
            <a:cxnSpLocks/>
            <a:stCxn id="89" idx="1"/>
            <a:endCxn id="44" idx="2"/>
          </p:cNvCxnSpPr>
          <p:nvPr/>
        </p:nvCxnSpPr>
        <p:spPr>
          <a:xfrm flipH="1" flipV="1">
            <a:off x="5451631" y="3560949"/>
            <a:ext cx="503711" cy="802859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78D1F21-2978-C9DB-3116-1B36A6340535}"/>
              </a:ext>
            </a:extLst>
          </p:cNvPr>
          <p:cNvCxnSpPr>
            <a:cxnSpLocks/>
            <a:stCxn id="87" idx="2"/>
            <a:endCxn id="89" idx="0"/>
          </p:cNvCxnSpPr>
          <p:nvPr/>
        </p:nvCxnSpPr>
        <p:spPr>
          <a:xfrm flipH="1">
            <a:off x="7018979" y="3541512"/>
            <a:ext cx="61845" cy="564366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304C8229-C742-C9E5-33BD-E214E96CE9E7}"/>
              </a:ext>
            </a:extLst>
          </p:cNvPr>
          <p:cNvCxnSpPr>
            <a:cxnSpLocks/>
            <a:stCxn id="93" idx="1"/>
            <a:endCxn id="87" idx="3"/>
          </p:cNvCxnSpPr>
          <p:nvPr/>
        </p:nvCxnSpPr>
        <p:spPr>
          <a:xfrm flipH="1">
            <a:off x="7773696" y="2823626"/>
            <a:ext cx="824308" cy="366794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Rectangle 132">
            <a:hlinkClick r:id="rId3" action="ppaction://hlinksldjump"/>
            <a:extLst>
              <a:ext uri="{FF2B5EF4-FFF2-40B4-BE49-F238E27FC236}">
                <a16:creationId xmlns:a16="http://schemas.microsoft.com/office/drawing/2014/main" id="{74754B7A-3AF8-FCB4-339C-F731CC490E75}"/>
              </a:ext>
            </a:extLst>
          </p:cNvPr>
          <p:cNvSpPr/>
          <p:nvPr/>
        </p:nvSpPr>
        <p:spPr>
          <a:xfrm>
            <a:off x="4489416" y="4978482"/>
            <a:ext cx="1948219" cy="673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BLUE WATER BOTTLE</a:t>
            </a:r>
          </a:p>
        </p:txBody>
      </p:sp>
      <p:sp>
        <p:nvSpPr>
          <p:cNvPr id="136" name="Rectangle 135">
            <a:hlinkClick r:id="rId3" action="ppaction://hlinksldjump"/>
            <a:extLst>
              <a:ext uri="{FF2B5EF4-FFF2-40B4-BE49-F238E27FC236}">
                <a16:creationId xmlns:a16="http://schemas.microsoft.com/office/drawing/2014/main" id="{4CA1E902-4C80-E698-6C0F-C8F35DEA999B}"/>
              </a:ext>
            </a:extLst>
          </p:cNvPr>
          <p:cNvSpPr/>
          <p:nvPr/>
        </p:nvSpPr>
        <p:spPr>
          <a:xfrm>
            <a:off x="8438687" y="4155033"/>
            <a:ext cx="1526223" cy="673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GREEN SHARPIE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0E0D6522-36F8-3C0F-B711-27CB0C7958DD}"/>
              </a:ext>
            </a:extLst>
          </p:cNvPr>
          <p:cNvCxnSpPr>
            <a:cxnSpLocks/>
            <a:stCxn id="133" idx="0"/>
            <a:endCxn id="29" idx="2"/>
          </p:cNvCxnSpPr>
          <p:nvPr/>
        </p:nvCxnSpPr>
        <p:spPr>
          <a:xfrm flipH="1" flipV="1">
            <a:off x="4249312" y="2705992"/>
            <a:ext cx="1214214" cy="227249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5856BC81-FB87-C496-CAFD-15F2BEDC5BBA}"/>
              </a:ext>
            </a:extLst>
          </p:cNvPr>
          <p:cNvCxnSpPr>
            <a:cxnSpLocks/>
            <a:stCxn id="136" idx="0"/>
            <a:endCxn id="46" idx="2"/>
          </p:cNvCxnSpPr>
          <p:nvPr/>
        </p:nvCxnSpPr>
        <p:spPr>
          <a:xfrm flipH="1" flipV="1">
            <a:off x="7486865" y="2045029"/>
            <a:ext cx="1714934" cy="2110004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8" name="Rectangle 197">
            <a:hlinkClick r:id="rId16" action="ppaction://hlinksldjump"/>
            <a:extLst>
              <a:ext uri="{FF2B5EF4-FFF2-40B4-BE49-F238E27FC236}">
                <a16:creationId xmlns:a16="http://schemas.microsoft.com/office/drawing/2014/main" id="{829289BE-3762-17F8-E78D-22DFA106337C}"/>
              </a:ext>
            </a:extLst>
          </p:cNvPr>
          <p:cNvSpPr/>
          <p:nvPr/>
        </p:nvSpPr>
        <p:spPr>
          <a:xfrm>
            <a:off x="7104504" y="5570601"/>
            <a:ext cx="1767348" cy="9314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CRYPTEX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0B70C54-77D6-4F15-564D-E71B66538909}"/>
              </a:ext>
            </a:extLst>
          </p:cNvPr>
          <p:cNvSpPr txBox="1"/>
          <p:nvPr/>
        </p:nvSpPr>
        <p:spPr>
          <a:xfrm>
            <a:off x="6972091" y="579412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E3923B6A-E72A-7C79-0107-840C89848385}"/>
              </a:ext>
            </a:extLst>
          </p:cNvPr>
          <p:cNvCxnSpPr>
            <a:cxnSpLocks/>
            <a:stCxn id="198" idx="1"/>
            <a:endCxn id="21" idx="3"/>
          </p:cNvCxnSpPr>
          <p:nvPr/>
        </p:nvCxnSpPr>
        <p:spPr>
          <a:xfrm flipH="1" flipV="1">
            <a:off x="1967704" y="5954576"/>
            <a:ext cx="5136800" cy="81729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D80501A8-989B-41BB-16E4-10451FDA3175}"/>
              </a:ext>
            </a:extLst>
          </p:cNvPr>
          <p:cNvCxnSpPr>
            <a:cxnSpLocks/>
            <a:stCxn id="198" idx="0"/>
            <a:endCxn id="133" idx="3"/>
          </p:cNvCxnSpPr>
          <p:nvPr/>
        </p:nvCxnSpPr>
        <p:spPr>
          <a:xfrm flipH="1" flipV="1">
            <a:off x="6437635" y="5315221"/>
            <a:ext cx="1550543" cy="25538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FDA9D2B4-878A-A67F-652A-F6A7A6178679}"/>
              </a:ext>
            </a:extLst>
          </p:cNvPr>
          <p:cNvCxnSpPr>
            <a:cxnSpLocks/>
            <a:stCxn id="198" idx="0"/>
            <a:endCxn id="136" idx="2"/>
          </p:cNvCxnSpPr>
          <p:nvPr/>
        </p:nvCxnSpPr>
        <p:spPr>
          <a:xfrm flipV="1">
            <a:off x="7988178" y="4828510"/>
            <a:ext cx="1213621" cy="742091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7" name="Rectangle 226">
            <a:hlinkClick r:id="rId17" action="ppaction://hlinksldjump"/>
            <a:extLst>
              <a:ext uri="{FF2B5EF4-FFF2-40B4-BE49-F238E27FC236}">
                <a16:creationId xmlns:a16="http://schemas.microsoft.com/office/drawing/2014/main" id="{94B67494-4655-BEFF-15FF-372FD9946B2E}"/>
              </a:ext>
            </a:extLst>
          </p:cNvPr>
          <p:cNvSpPr/>
          <p:nvPr/>
        </p:nvSpPr>
        <p:spPr>
          <a:xfrm>
            <a:off x="10212479" y="4602176"/>
            <a:ext cx="1768008" cy="8393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atin typeface="Inter" panose="02000503000000020004" pitchFamily="2" charset="0"/>
                <a:ea typeface="Inter" panose="02000503000000020004" pitchFamily="2" charset="0"/>
              </a:rPr>
              <a:t>TAGOUT BOX</a:t>
            </a:r>
          </a:p>
        </p:txBody>
      </p:sp>
      <p:sp>
        <p:nvSpPr>
          <p:cNvPr id="228" name="Rectangle 227">
            <a:hlinkClick r:id="rId17" action="ppaction://hlinksldjump"/>
            <a:extLst>
              <a:ext uri="{FF2B5EF4-FFF2-40B4-BE49-F238E27FC236}">
                <a16:creationId xmlns:a16="http://schemas.microsoft.com/office/drawing/2014/main" id="{6D13C700-0F24-5381-FC38-E6BD3D103874}"/>
              </a:ext>
            </a:extLst>
          </p:cNvPr>
          <p:cNvSpPr/>
          <p:nvPr/>
        </p:nvSpPr>
        <p:spPr>
          <a:xfrm>
            <a:off x="10233693" y="2537292"/>
            <a:ext cx="1684923" cy="14337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Inter" panose="02000503000000020004" pitchFamily="2" charset="0"/>
                <a:ea typeface="Inter" panose="02000503000000020004" pitchFamily="2" charset="0"/>
              </a:rPr>
              <a:t>FINAL BOX</a:t>
            </a:r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8143F186-5AFA-B138-1AAF-B37A877D207D}"/>
              </a:ext>
            </a:extLst>
          </p:cNvPr>
          <p:cNvCxnSpPr>
            <a:cxnSpLocks/>
            <a:stCxn id="228" idx="2"/>
            <a:endCxn id="227" idx="0"/>
          </p:cNvCxnSpPr>
          <p:nvPr/>
        </p:nvCxnSpPr>
        <p:spPr>
          <a:xfrm>
            <a:off x="11076155" y="3971055"/>
            <a:ext cx="20328" cy="631121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D1692B0-50D8-C2E3-22B7-58E94A9157F4}"/>
              </a:ext>
            </a:extLst>
          </p:cNvPr>
          <p:cNvSpPr txBox="1"/>
          <p:nvPr/>
        </p:nvSpPr>
        <p:spPr>
          <a:xfrm>
            <a:off x="11513999" y="594615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2F373E87-63A3-1BD9-F84A-E5E633C1DE7E}"/>
              </a:ext>
            </a:extLst>
          </p:cNvPr>
          <p:cNvSpPr txBox="1"/>
          <p:nvPr/>
        </p:nvSpPr>
        <p:spPr>
          <a:xfrm>
            <a:off x="9817447" y="5922168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CFF1EAD1-A4D8-4B24-AA52-77CA9420CF6B}"/>
              </a:ext>
            </a:extLst>
          </p:cNvPr>
          <p:cNvSpPr txBox="1"/>
          <p:nvPr/>
        </p:nvSpPr>
        <p:spPr>
          <a:xfrm>
            <a:off x="10062832" y="5902642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7BE50AE8-7A61-4818-AD83-E8123CFF0F17}"/>
              </a:ext>
            </a:extLst>
          </p:cNvPr>
          <p:cNvSpPr txBox="1"/>
          <p:nvPr/>
        </p:nvSpPr>
        <p:spPr>
          <a:xfrm>
            <a:off x="10278963" y="5922823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A46B762D-DB3D-3391-C196-06F8143FFF00}"/>
              </a:ext>
            </a:extLst>
          </p:cNvPr>
          <p:cNvSpPr txBox="1"/>
          <p:nvPr/>
        </p:nvSpPr>
        <p:spPr>
          <a:xfrm>
            <a:off x="10529995" y="593375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CCB4E34D-60AB-DFF8-F9B7-4E27777626C8}"/>
              </a:ext>
            </a:extLst>
          </p:cNvPr>
          <p:cNvSpPr txBox="1"/>
          <p:nvPr/>
        </p:nvSpPr>
        <p:spPr>
          <a:xfrm>
            <a:off x="10801451" y="595393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3DF0CE3-086D-1E72-85D7-5FDACD06C61B}"/>
              </a:ext>
            </a:extLst>
          </p:cNvPr>
          <p:cNvSpPr txBox="1"/>
          <p:nvPr/>
        </p:nvSpPr>
        <p:spPr>
          <a:xfrm>
            <a:off x="11011937" y="595476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5912332F-C916-B790-4961-91BB785DA49F}"/>
              </a:ext>
            </a:extLst>
          </p:cNvPr>
          <p:cNvSpPr txBox="1"/>
          <p:nvPr/>
        </p:nvSpPr>
        <p:spPr>
          <a:xfrm>
            <a:off x="11262968" y="594615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D048254F-B808-60B7-097E-F308DC1EB8FC}"/>
              </a:ext>
            </a:extLst>
          </p:cNvPr>
          <p:cNvCxnSpPr>
            <a:cxnSpLocks/>
          </p:cNvCxnSpPr>
          <p:nvPr/>
        </p:nvCxnSpPr>
        <p:spPr>
          <a:xfrm flipH="1">
            <a:off x="10069357" y="5458022"/>
            <a:ext cx="297627" cy="486285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00D8E274-E21C-F4A8-BC1E-3B9573CC58ED}"/>
              </a:ext>
            </a:extLst>
          </p:cNvPr>
          <p:cNvCxnSpPr>
            <a:cxnSpLocks/>
            <a:endCxn id="235" idx="0"/>
          </p:cNvCxnSpPr>
          <p:nvPr/>
        </p:nvCxnSpPr>
        <p:spPr>
          <a:xfrm flipH="1">
            <a:off x="10313863" y="5461019"/>
            <a:ext cx="203047" cy="441623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6BB03EDE-A677-DFBE-1597-8CF00356BC6B}"/>
              </a:ext>
            </a:extLst>
          </p:cNvPr>
          <p:cNvCxnSpPr>
            <a:cxnSpLocks/>
          </p:cNvCxnSpPr>
          <p:nvPr/>
        </p:nvCxnSpPr>
        <p:spPr>
          <a:xfrm flipH="1">
            <a:off x="10570539" y="5435699"/>
            <a:ext cx="108962" cy="446762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49263F93-2FBF-609F-8AD0-03B9EF17F115}"/>
              </a:ext>
            </a:extLst>
          </p:cNvPr>
          <p:cNvCxnSpPr>
            <a:cxnSpLocks/>
          </p:cNvCxnSpPr>
          <p:nvPr/>
        </p:nvCxnSpPr>
        <p:spPr>
          <a:xfrm flipH="1">
            <a:off x="10815924" y="5435699"/>
            <a:ext cx="94489" cy="48630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7A7D54E3-1946-8D48-E5DC-6E9119632A6D}"/>
              </a:ext>
            </a:extLst>
          </p:cNvPr>
          <p:cNvCxnSpPr>
            <a:cxnSpLocks/>
            <a:stCxn id="227" idx="2"/>
          </p:cNvCxnSpPr>
          <p:nvPr/>
        </p:nvCxnSpPr>
        <p:spPr>
          <a:xfrm flipH="1">
            <a:off x="11073219" y="5441493"/>
            <a:ext cx="23264" cy="51162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AC8DE89B-AD70-A8AF-4A2A-25A6C1DC6350}"/>
              </a:ext>
            </a:extLst>
          </p:cNvPr>
          <p:cNvCxnSpPr>
            <a:cxnSpLocks/>
          </p:cNvCxnSpPr>
          <p:nvPr/>
        </p:nvCxnSpPr>
        <p:spPr>
          <a:xfrm>
            <a:off x="11323939" y="5433921"/>
            <a:ext cx="0" cy="44854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F7D82E76-47D7-97E1-8C5C-DFDDF63F3608}"/>
              </a:ext>
            </a:extLst>
          </p:cNvPr>
          <p:cNvCxnSpPr>
            <a:cxnSpLocks/>
            <a:endCxn id="240" idx="0"/>
          </p:cNvCxnSpPr>
          <p:nvPr/>
        </p:nvCxnSpPr>
        <p:spPr>
          <a:xfrm>
            <a:off x="11513998" y="5433921"/>
            <a:ext cx="1" cy="512238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F32A2BB1-2B7C-DCE4-0045-3C815D42FDB2}"/>
              </a:ext>
            </a:extLst>
          </p:cNvPr>
          <p:cNvCxnSpPr>
            <a:cxnSpLocks/>
            <a:endCxn id="233" idx="0"/>
          </p:cNvCxnSpPr>
          <p:nvPr/>
        </p:nvCxnSpPr>
        <p:spPr>
          <a:xfrm>
            <a:off x="11714222" y="5441184"/>
            <a:ext cx="50808" cy="504975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2" name="Rectangle 301">
            <a:hlinkClick r:id="rId5" action="ppaction://hlinksldjump"/>
            <a:extLst>
              <a:ext uri="{FF2B5EF4-FFF2-40B4-BE49-F238E27FC236}">
                <a16:creationId xmlns:a16="http://schemas.microsoft.com/office/drawing/2014/main" id="{4554BEB7-47A4-8A8D-E3AF-B1EC1F9BA17F}"/>
              </a:ext>
            </a:extLst>
          </p:cNvPr>
          <p:cNvSpPr/>
          <p:nvPr/>
        </p:nvSpPr>
        <p:spPr>
          <a:xfrm>
            <a:off x="4536305" y="6196756"/>
            <a:ext cx="2011290" cy="5376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hints discovered throughout</a:t>
            </a:r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3289F3B7-8C83-0412-2A65-33D2F6A465BF}"/>
              </a:ext>
            </a:extLst>
          </p:cNvPr>
          <p:cNvSpPr/>
          <p:nvPr/>
        </p:nvSpPr>
        <p:spPr>
          <a:xfrm>
            <a:off x="2151647" y="6224257"/>
            <a:ext cx="2061050" cy="439722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presentation at 5:30</a:t>
            </a:r>
          </a:p>
        </p:txBody>
      </p:sp>
    </p:spTree>
    <p:extLst>
      <p:ext uri="{BB962C8B-B14F-4D97-AF65-F5344CB8AC3E}">
        <p14:creationId xmlns:p14="http://schemas.microsoft.com/office/powerpoint/2010/main" val="35025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  <p:bldP spid="17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32" grpId="0" animBg="1"/>
      <p:bldP spid="38" grpId="0"/>
      <p:bldP spid="39" grpId="0"/>
      <p:bldP spid="40" grpId="0"/>
      <p:bldP spid="41" grpId="0"/>
      <p:bldP spid="42" grpId="0"/>
      <p:bldP spid="43" grpId="0" animBg="1"/>
      <p:bldP spid="44" grpId="0" animBg="1"/>
      <p:bldP spid="45" grpId="0" animBg="1"/>
      <p:bldP spid="59" grpId="0" animBg="1"/>
      <p:bldP spid="76" grpId="0"/>
      <p:bldP spid="86" grpId="0" animBg="1"/>
      <p:bldP spid="87" grpId="0" animBg="1"/>
      <p:bldP spid="89" grpId="0" animBg="1"/>
      <p:bldP spid="94" grpId="0"/>
      <p:bldP spid="133" grpId="0" animBg="1"/>
      <p:bldP spid="136" grpId="0" animBg="1"/>
      <p:bldP spid="198" grpId="0" animBg="1"/>
      <p:bldP spid="199" grpId="0"/>
      <p:bldP spid="233" grpId="0"/>
      <p:bldP spid="234" grpId="0"/>
      <p:bldP spid="235" grpId="0"/>
      <p:bldP spid="236" grpId="0"/>
      <p:bldP spid="237" grpId="0"/>
      <p:bldP spid="238" grpId="0"/>
      <p:bldP spid="239" grpId="0"/>
      <p:bldP spid="240" grpId="0"/>
      <p:bldP spid="302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1021</Words>
  <Application>Microsoft Office PowerPoint</Application>
  <PresentationFormat>Widescreen</PresentationFormat>
  <Paragraphs>289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Hyland Software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Maxwell</dc:creator>
  <cp:lastModifiedBy>Joseph Maxwell</cp:lastModifiedBy>
  <cp:revision>8</cp:revision>
  <dcterms:created xsi:type="dcterms:W3CDTF">2025-10-24T16:09:53Z</dcterms:created>
  <dcterms:modified xsi:type="dcterms:W3CDTF">2025-10-28T21:56:45Z</dcterms:modified>
</cp:coreProperties>
</file>